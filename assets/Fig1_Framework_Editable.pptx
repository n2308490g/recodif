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/docProps/core.xml" Id="R0818ea39a02c4f44" /><ns0:Relationship Type="http://schemas.openxmlformats.org/officeDocument/2006/relationships/extended-properties" Target="/docProps/app.xml" Id="R230e75d829fc4671" /><ns0:Relationship Type="http://schemas.openxmlformats.org/officeDocument/2006/relationships/officeDocument" Target="/ppt/presentation.xml" Id="Rae02c3804d24444c" /></ns0: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f7244cc49549e3"/>
  </p:sldMasterIdLst>
  <p:notesMasterIdLst>
    <p:notesMasterId xmlns:r="http://schemas.openxmlformats.org/officeDocument/2006/relationships" r:id="R1b8fc3cec5244f84"/>
  </p:notesMasterIdLst>
  <p:sldIdLst>
    <p:sldId xmlns:r="http://schemas.openxmlformats.org/officeDocument/2006/relationships" id="256" r:id="R2d82b4dd84e843e1"/>
  </p:sldIdLst>
  <p:sldSz cx="6840000" cy="456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83b3cd803da34c14" /><ns0:Relationship Type="http://schemas.openxmlformats.org/officeDocument/2006/relationships/slideMaster" Target="/ppt/slideMasters/slideMaster1.xml" Id="R12f7244cc49549e3" /><ns0:Relationship Type="http://schemas.openxmlformats.org/officeDocument/2006/relationships/notesMaster" Target="/ppt/notesMasters/notesMaster1.xml" Id="R1b8fc3cec5244f84" /><ns0:Relationship Type="http://schemas.openxmlformats.org/officeDocument/2006/relationships/presProps" Target="/ppt/presProps.xml" Id="R3358ddf0cd3f4fc9" /><ns0:Relationship Type="http://schemas.openxmlformats.org/officeDocument/2006/relationships/tableStyles" Target="/ppt/tableStyles.xml" Id="R70d6e5e2c31e4ff7" /><ns0:Relationship Type="http://schemas.openxmlformats.org/officeDocument/2006/relationships/slide" Target="/ppt/slides/slide1.xml" Id="R2d82b4dd84e843e1" /></ns0:Relationships>
</file>

<file path=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/ppt/notesMasters/theme/theme3.xml" Id="Re0b108976a70408d" /></ns0: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/ppt/slides/slide1.xml" Id="Rb051e4d9d5cb4df5" /><ns0:Relationship Type="http://schemas.openxmlformats.org/officeDocument/2006/relationships/notesMaster" Target="/ppt/notesMasters/notesMaster1.xml" Id="R59a24df15fbc4859" /></ns0: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original composition is retained. Decorative translucent artwork was freshly generated with the built-in image_gen tool; prompts are saved with the assets. No source-reference image crops are included. Scientific plots are rendered from real_data/B10_7-7_array1_observed.csv and ReDif_实验CSV/method_outputs.csv using the existing b10_spectra reader. Small cell grids, operator/covariance badges and network glyphs are schematic symbols. Main text, equations, borders and connecting arrows are native editable PowerPoint objects; generated textures and scientific panels are separate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48d3aa17f0754380" /></ns0:Relationships>
</file>

<file path=ppt/slideLayouts/_rels/slideLayout2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72baf6c50f21441d" /></ns0:Relationships>
</file>

<file path=ppt/slideLayouts/_rels/slideLayout3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afc3c430a03f48c1" /></ns0:Relationships>
</file>

<file path=ppt/slideLayouts/_rels/slideLayout4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5c7c67d00c1643cf" /></ns0:Relationships>
</file>

<file path=ppt/slideLayouts/_rels/slideLayout5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02a9e447352a4d56" /></ns0:Relationships>
</file>

<file path=ppt/slideLayouts/_rels/slideLayout6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9bb9accb8a96495d" /></ns0: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1AB233-83B1-47F8-BC9F-79C007CB82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4000" y="1722667"/>
            <a:ext cx="5472000" cy="65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15850D-F723-4B77-AC4A-12020D1A62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26000" y="2508000"/>
            <a:ext cx="4788000" cy="50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F3966A-EAB2-4A82-8BC6-EA31933E9A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4000" y="1900000"/>
            <a:ext cx="5472000" cy="7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5EA616-A5B6-4815-B788-519523677B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750" y="354667"/>
            <a:ext cx="6070500" cy="55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173475-DB33-419C-A2EF-0716FC930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4750" y="1266667"/>
            <a:ext cx="6070500" cy="283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6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1pPr>
            <a:lvl2pPr marL="299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2pPr>
            <a:lvl3pPr marL="470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3pPr>
            <a:lvl4pPr marL="641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4pPr>
            <a:lvl5pPr marL="812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5pPr>
            <a:lvl6pPr marL="983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6pPr>
            <a:lvl7pPr marL="1154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7pPr>
            <a:lvl8pPr marL="1325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8pPr>
            <a:lvl9pPr marL="1496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4CE668-3066-4A5F-8068-F6A0CDF12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750" y="354667"/>
            <a:ext cx="6070500" cy="55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B1B146-4029-46C2-8876-9F7BFC5A43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4750" y="1266667"/>
            <a:ext cx="2821500" cy="283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1pPr>
            <a:lvl2pPr marL="299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2pPr>
            <a:lvl3pPr marL="470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3pPr>
            <a:lvl4pPr marL="641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4pPr>
            <a:lvl5pPr marL="812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5pPr>
            <a:lvl6pPr marL="983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6pPr>
            <a:lvl7pPr marL="1154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7pPr>
            <a:lvl8pPr marL="1325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8pPr>
            <a:lvl9pPr marL="1496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32D27B-FB91-45AD-AB38-A90232A98D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33750" y="1266667"/>
            <a:ext cx="2821500" cy="283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1pPr>
            <a:lvl2pPr marL="299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2pPr>
            <a:lvl3pPr marL="470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3pPr>
            <a:lvl4pPr marL="641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4pPr>
            <a:lvl5pPr marL="812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5pPr>
            <a:lvl6pPr marL="983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6pPr>
            <a:lvl7pPr marL="1154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7pPr>
            <a:lvl8pPr marL="1325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8pPr>
            <a:lvl9pPr marL="1496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96BF75-54FD-4ECF-B422-1236D0606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750" y="354667"/>
            <a:ext cx="6070500" cy="55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9FE7D1-8DB7-46E6-9E9C-4D9DA22B5C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4750" y="1266667"/>
            <a:ext cx="2821500" cy="283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6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1pPr>
            <a:lvl2pPr marL="299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2pPr>
            <a:lvl3pPr marL="470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3pPr>
            <a:lvl4pPr marL="641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4pPr>
            <a:lvl5pPr marL="812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5pPr>
            <a:lvl6pPr marL="983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6pPr>
            <a:lvl7pPr marL="1154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7pPr>
            <a:lvl8pPr marL="1325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8pPr>
            <a:lvl9pPr marL="1496250" indent="-128250">
              <a:lnSpc>
                <a:spcPct val="110000"/>
              </a:lnSpc>
              <a:spcBef>
                <a:spcPts val="0"/>
              </a:spcBef>
              <a:spcAft>
                <a:spcPts val="67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/ppt/slideMasters/theme/theme2.xml" Id="R3cadabbda42841bd" /><ns0:Relationship Type="http://schemas.openxmlformats.org/officeDocument/2006/relationships/slideLayout" Target="/ppt/slideLayouts/slideLayout1.xml" Id="R1dc71448f4de44a3" /><ns0:Relationship Type="http://schemas.openxmlformats.org/officeDocument/2006/relationships/slideLayout" Target="/ppt/slideLayouts/slideLayout2.xml" Id="R9574ffc1a5d14050" /><ns0:Relationship Type="http://schemas.openxmlformats.org/officeDocument/2006/relationships/slideLayout" Target="/ppt/slideLayouts/slideLayout3.xml" Id="R3899041c0ebf497c" /><ns0:Relationship Type="http://schemas.openxmlformats.org/officeDocument/2006/relationships/slideLayout" Target="/ppt/slideLayouts/slideLayout4.xml" Id="Rc511579702a84462" /><ns0:Relationship Type="http://schemas.openxmlformats.org/officeDocument/2006/relationships/slideLayout" Target="/ppt/slideLayouts/slideLayout5.xml" Id="R45290fdbe1194770" /><ns0:Relationship Type="http://schemas.openxmlformats.org/officeDocument/2006/relationships/slideLayout" Target="/ppt/slideLayouts/slideLayout6.xml" Id="R9e33639b8c5e4f98" /></ns0: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c71448f4de44a3"/>
    <p:sldLayoutId xmlns:r="http://schemas.openxmlformats.org/officeDocument/2006/relationships" id="2147483650" r:id="R9574ffc1a5d14050"/>
    <p:sldLayoutId xmlns:r="http://schemas.openxmlformats.org/officeDocument/2006/relationships" id="2147483651" r:id="R3899041c0ebf497c"/>
    <p:sldLayoutId xmlns:r="http://schemas.openxmlformats.org/officeDocument/2006/relationships" id="2147483652" r:id="Rc511579702a84462"/>
    <p:sldLayoutId xmlns:r="http://schemas.openxmlformats.org/officeDocument/2006/relationships" id="2147483653" r:id="R45290fdbe1194770"/>
    <p:sldLayoutId xmlns:r="http://schemas.openxmlformats.org/officeDocument/2006/relationships" id="2147483654" r:id="R9e33639b8c5e4f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7242cba264d545c4" /><ns0:Relationship Type="http://schemas.openxmlformats.org/officeDocument/2006/relationships/image" Target="/ppt/media/image.png" Id="Rf37fe79ce7d94fb1" /><ns0:Relationship Type="http://schemas.openxmlformats.org/officeDocument/2006/relationships/image" Target="/ppt/media/image2.png" Id="Rca12ae3a700a4fe6" /><ns0:Relationship Type="http://schemas.openxmlformats.org/officeDocument/2006/relationships/image" Target="/ppt/media/image3.png" Id="R9e7fd0bfbdf34de0" /><ns0:Relationship Type="http://schemas.openxmlformats.org/officeDocument/2006/relationships/image" Target="/ppt/media/image4.png" Id="R4a29176ce25a4cb6" /><ns0:Relationship Type="http://schemas.openxmlformats.org/officeDocument/2006/relationships/image" Target="/ppt/media/image5.png" Id="Rd892ca944a714035" /><ns0:Relationship Type="http://schemas.openxmlformats.org/officeDocument/2006/relationships/image" Target="/ppt/media/image6.png" Id="R2887a68c0011473d" /><ns0:Relationship Type="http://schemas.openxmlformats.org/officeDocument/2006/relationships/image" Target="/ppt/media/image7.png" Id="Rbba7a31c68cf442a" /><ns0:Relationship Type="http://schemas.openxmlformats.org/officeDocument/2006/relationships/image" Target="/ppt/media/image8.png" Id="Rbeeb11699e484797" /><ns0:Relationship Type="http://schemas.openxmlformats.org/officeDocument/2006/relationships/image" Target="/ppt/media/image9.png" Id="R29dad7973fda42fc" /><ns0:Relationship Type="http://schemas.openxmlformats.org/officeDocument/2006/relationships/image" Target="/ppt/media/image10.png" Id="R93ff621a660c4e5c" /><ns0:Relationship Type="http://schemas.openxmlformats.org/officeDocument/2006/relationships/image" Target="/ppt/media/image11.png" Id="R0abfadc6243f4eb2" /><ns0:Relationship Type="http://schemas.openxmlformats.org/officeDocument/2006/relationships/image" Target="/ppt/media/image12.png" Id="Re71e045d552149c9" /><ns0:Relationship Type="http://schemas.openxmlformats.org/officeDocument/2006/relationships/notesSlide" Target="/ppt/notesSlides/notesSlide1.xml" Id="Rb37a2740e2ad481e" /></ns0: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615" name="A Inversion"/>
          <p:cNvGrpSpPr/>
          <p:nvPr/>
        </p:nvGrpSpPr>
        <p:grpSpPr>
          <a:xfrm>
            <a:off x="8906" y="8906"/>
            <a:ext cx="6822188" cy="2698594"/>
            <a:chOff x="8906" y="8906"/>
            <a:chExt cx="6822188" cy="2698594"/>
          </a:xfrm>
        </p:grpSpPr>
        <p:sp>
          <p:nvSpPr>
            <p:cNvPr id="581" name="A Inversion::Backdrop">
              <a:extLst>
                <a:ext uri="{FF2B5EF4-FFF2-40B4-BE49-F238E27FC236}">
                  <ns2:creationId id="{39CE131E-1BB0-4F90-A969-7A741476FCCF}"/>
                </a:ext>
              </a:extLst>
            </p:cNvPr>
            <p:cNvSpPr>
              <a:spLocks noGrp="1"/>
            </p:cNvSpPr>
            <p:nvPr/>
          </p:nvSpPr>
          <p:spPr>
            <a:xfrm>
              <a:off x="8906" y="8906"/>
              <a:ext cx="6822188" cy="2698594"/>
            </a:xfrm>
            <a:prstGeom prst="roundRect">
              <a:avLst>
                <a:gd name="adj" fmla="val 2970"/>
              </a:avLst>
            </a:prstGeom>
            <a:gradFill>
              <a:gsLst>
                <a:gs pos="0">
                  <a:srgbClr val="FFFFFF"/>
                </a:gs>
                <a:gs pos="100000">
                  <a:srgbClr val="F7FCFC"/>
                </a:gs>
              </a:gsLst>
              <a:lin ang="5400000"/>
            </a:gradFill>
            <a:ln w="6680">
              <a:solidFill>
                <a:srgbClr val="C8E4E6"/>
              </a:solidFill>
            </a:ln>
          </p:spPr>
        </p:sp>
        <p:sp>
          <p:nvSpPr>
            <p:cNvPr id="2" name="A Inversion::A header">
              <a:extLst>
                <a:ext uri="{FF2B5EF4-FFF2-40B4-BE49-F238E27FC236}">
                  <ns2:creationId id="{116296A7-A63C-4763-BC98-FF2CB1605B7B}"/>
                </a:ext>
              </a:extLst>
            </p:cNvPr>
            <p:cNvSpPr>
              <a:spLocks noGrp="1"/>
            </p:cNvSpPr>
            <p:nvPr/>
          </p:nvSpPr>
          <p:spPr>
            <a:xfrm>
              <a:off x="13359" y="13359"/>
              <a:ext cx="6813281" cy="191484"/>
            </a:xfrm>
            <a:prstGeom prst="roundRect">
              <a:avLst>
                <a:gd name="adj" fmla="val 39535"/>
              </a:avLst>
            </a:prstGeom>
            <a:gradFill>
              <a:gsLst>
                <a:gs pos="0">
                  <a:srgbClr val="D7EEEF"/>
                </a:gs>
                <a:gs pos="100000">
                  <a:srgbClr val="F3FAFA"/>
                </a:gs>
              </a:gsLst>
              <a:lin ang="0"/>
            </a:gradFill>
            <a:ln w="0">
              <a:noFill/>
            </a:ln>
          </p:spPr>
        </p:sp>
        <p:sp>
          <p:nvSpPr>
            <p:cNvPr id="3" name="A Inversion::Panel marker">
              <a:extLst>
                <a:ext uri="{FF2B5EF4-FFF2-40B4-BE49-F238E27FC236}">
                  <ns2:creationId id="{EB413954-DA24-4548-A40E-8BA5E155D074}"/>
                </a:ext>
              </a:extLst>
            </p:cNvPr>
            <p:cNvSpPr>
              <a:spLocks noGrp="1"/>
            </p:cNvSpPr>
            <p:nvPr/>
          </p:nvSpPr>
          <p:spPr>
            <a:xfrm>
              <a:off x="71250" y="31172"/>
              <a:ext cx="187031" cy="13804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900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00000"/>
                </a:lnSpc>
                <a:buNone/>
                <a:defRPr sz="900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(a)</a:t>
              </a:r>
            </a:p>
          </p:txBody>
        </p:sp>
        <p:sp>
          <p:nvSpPr>
            <p:cNvPr id="4" name="A Inversion::Main heading">
              <a:extLst>
                <a:ext uri="{FF2B5EF4-FFF2-40B4-BE49-F238E27FC236}">
                  <ns2:creationId id="{7B6E9FEC-A1D0-4741-B5D0-4D3974709BFF}"/>
                </a:ext>
              </a:extLst>
            </p:cNvPr>
            <p:cNvSpPr>
              <a:spLocks noGrp="1"/>
            </p:cNvSpPr>
            <p:nvPr/>
          </p:nvSpPr>
          <p:spPr>
            <a:xfrm>
              <a:off x="374063" y="17813"/>
              <a:ext cx="3482344" cy="1514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900" b="1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900" b="1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Probabilistic NMR inversion with a shared conditional flux</a:t>
              </a:r>
            </a:p>
          </p:txBody>
        </p:sp>
        <p:sp>
          <p:nvSpPr>
            <p:cNvPr id="5" name="A Inversion::Subtitle">
              <a:extLst>
                <a:ext uri="{FF2B5EF4-FFF2-40B4-BE49-F238E27FC236}">
                  <ns2:creationId id="{D483D3EB-32A0-4762-B94B-2B623CC3D073}"/>
                </a:ext>
              </a:extLst>
            </p:cNvPr>
            <p:cNvSpPr>
              <a:spLocks noGrp="1"/>
            </p:cNvSpPr>
            <p:nvPr/>
          </p:nvSpPr>
          <p:spPr>
            <a:xfrm>
              <a:off x="5174531" y="57891"/>
              <a:ext cx="1540781" cy="9796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631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r">
                <a:lnSpc>
                  <a:spcPct val="100000"/>
                </a:lnSpc>
                <a:buNone/>
                <a:defRPr sz="631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31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From NMR evidence to posterior distribution</a:t>
              </a:r>
            </a:p>
          </p:txBody>
        </p:sp>
        <p:sp>
          <p:nvSpPr>
            <p:cNvPr id="6" name="A Inversion::Shared queries">
              <a:extLst>
                <a:ext uri="{FF2B5EF4-FFF2-40B4-BE49-F238E27FC236}">
                  <ns2:creationId id="{BC1B0ECA-7CE2-45BF-8383-54C5410761FA}"/>
                </a:ext>
              </a:extLst>
            </p:cNvPr>
            <p:cNvSpPr>
              <a:spLocks noGrp="1"/>
            </p:cNvSpPr>
            <p:nvPr/>
          </p:nvSpPr>
          <p:spPr>
            <a:xfrm>
              <a:off x="3081563" y="1665469"/>
              <a:ext cx="1723359" cy="1068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649" b="0" i="0">
                  <a:solidFill>
                    <a:srgbClr val="00757A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649" b="0" i="0">
                  <a:solidFill>
                    <a:srgbClr val="00757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49" b="0" i="0">
                  <a:solidFill>
                    <a:srgbClr val="00757A"/>
                  </a:solidFill>
                  <a:latin typeface="Times New Roman"/>
                  <a:ea typeface="Times New Roman"/>
                  <a:cs typeface="Times New Roman"/>
                </a:rPr>
                <a:t>same θ, re-evaluate on each current state</a:t>
              </a:r>
            </a:p>
          </p:txBody>
        </p:sp>
        <p:sp>
          <p:nvSpPr>
            <p:cNvPr id="7" name="A Inversion::Schedule heading">
              <a:extLst>
                <a:ext uri="{FF2B5EF4-FFF2-40B4-BE49-F238E27FC236}">
                  <ns2:creationId id="{3EF36484-B1B1-44B9-BAE7-5F48015B5341}"/>
                </a:ext>
              </a:extLst>
            </p:cNvPr>
            <p:cNvSpPr>
              <a:spLocks noGrp="1"/>
            </p:cNvSpPr>
            <p:nvPr/>
          </p:nvSpPr>
          <p:spPr>
            <a:xfrm>
              <a:off x="2373516" y="2524922"/>
              <a:ext cx="2520469" cy="12914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33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733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33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Coarse-to-fine reverse process (preset schedule)</a:t>
              </a:r>
            </a:p>
          </p:txBody>
        </p:sp>
        <p:grpSp>
          <p:nvGrpSpPr>
            <p:cNvPr id="596" name="NMR evidence"/>
            <p:cNvGrpSpPr/>
            <p:nvPr/>
          </p:nvGrpSpPr>
          <p:grpSpPr>
            <a:xfrm>
              <a:off x="89063" y="267188"/>
              <a:ext cx="1451719" cy="2369063"/>
              <a:chOff x="89063" y="267188"/>
              <a:chExt cx="1451719" cy="2369063"/>
            </a:xfrm>
          </p:grpSpPr>
          <p:sp>
            <p:nvSpPr>
              <p:cNvPr id="8" name="A Inversion/NMR evidence::Panel">
                <a:extLst>
                  <a:ext uri="{FF2B5EF4-FFF2-40B4-BE49-F238E27FC236}">
                    <ns2:creationId id="{60243801-FF4D-41B3-9AFF-9645A2A9B1F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9063" y="267188"/>
                <a:ext cx="1451719" cy="2369063"/>
              </a:xfrm>
              <a:prstGeom prst="roundRect">
                <a:avLst>
                  <a:gd name="adj" fmla="val 3067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FBFDFF"/>
                  </a:gs>
                </a:gsLst>
                <a:lin ang="5400000"/>
              </a:gradFill>
              <a:ln w="4453">
                <a:solidFill>
                  <a:srgbClr val="CDE0EE"/>
                </a:solidFill>
              </a:ln>
            </p:spPr>
          </p:sp>
          <p:sp>
            <p:nvSpPr>
              <p:cNvPr id="9" name="A Inversion/NMR evidence::Blue header">
                <a:extLst>
                  <a:ext uri="{FF2B5EF4-FFF2-40B4-BE49-F238E27FC236}">
                    <ns2:creationId id="{8D49C699-F621-44D7-AFC7-B30107D5DA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9063" y="267188"/>
                <a:ext cx="1451719" cy="178125"/>
              </a:xfrm>
              <a:prstGeom prst="roundRect">
                <a:avLst>
                  <a:gd name="adj" fmla="val 25000"/>
                </a:avLst>
              </a:prstGeom>
              <a:gradFill>
                <a:gsLst>
                  <a:gs pos="0">
                    <a:srgbClr val="1F9BCD"/>
                  </a:gs>
                  <a:gs pos="100000">
                    <a:srgbClr val="A9D8E8"/>
                  </a:gs>
                </a:gsLst>
                <a:lin ang="0"/>
              </a:gradFill>
              <a:ln w="0">
                <a:noFill/>
              </a:ln>
            </p:spPr>
          </p:sp>
          <p:sp>
            <p:nvSpPr>
              <p:cNvPr id="10" name="A Inversion/NMR evidence::Title">
                <a:extLst>
                  <a:ext uri="{FF2B5EF4-FFF2-40B4-BE49-F238E27FC236}">
                    <ns2:creationId id="{8C741571-F851-46F8-AAB2-3C88B2480F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4766" y="293906"/>
                <a:ext cx="734766" cy="12914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900" b="1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900" b="1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00" b="1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NMR evidence</a:t>
                </a:r>
              </a:p>
            </p:txBody>
          </p:sp>
          <p:sp>
            <p:nvSpPr>
              <p:cNvPr id="11" name="A Inversion/NMR evidence::Case identifier-0">
                <a:extLst>
                  <a:ext uri="{FF2B5EF4-FFF2-40B4-BE49-F238E27FC236}">
                    <ns2:creationId id="{325C3F15-60C4-4DB8-8326-76D12556626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2546" y="295487"/>
                <a:ext cx="33666" cy="12446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54" b="0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54" b="0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54" b="0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(</a:t>
                </a:r>
              </a:p>
            </p:txBody>
          </p:sp>
          <p:sp>
            <p:nvSpPr>
              <p:cNvPr id="12" name="A Inversion/NMR evidence::Case identifier-1">
                <a:extLst>
                  <a:ext uri="{FF2B5EF4-FFF2-40B4-BE49-F238E27FC236}">
                    <ns2:creationId id="{30181456-6203-4472-8133-0D0F3CB27D5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84964" y="295487"/>
                <a:ext cx="155993" cy="12446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54" b="0" i="1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54" b="0" i="1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54" b="0" i="1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B10</a:t>
                </a:r>
              </a:p>
            </p:txBody>
          </p:sp>
          <p:sp>
            <p:nvSpPr>
              <p:cNvPr id="13" name="A Inversion/NMR evidence::Case identifier-2">
                <a:extLst>
                  <a:ext uri="{FF2B5EF4-FFF2-40B4-BE49-F238E27FC236}">
                    <ns2:creationId id="{BFA7C914-6604-4870-B552-95B66EBF4BD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39711" y="295487"/>
                <a:ext cx="331491" cy="12446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54" b="0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54" b="0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54" b="0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· 8.5 m)</a:t>
                </a:r>
              </a:p>
            </p:txBody>
          </p:sp>
          <p:grpSp>
            <p:nvGrpSpPr>
              <p:cNvPr id="582" name="Signal heatmap"/>
              <p:cNvGrpSpPr/>
              <p:nvPr/>
            </p:nvGrpSpPr>
            <p:grpSpPr>
              <a:xfrm>
                <a:off x="124688" y="467592"/>
                <a:ext cx="1389375" cy="1019739"/>
                <a:chOff x="124688" y="467592"/>
                <a:chExt cx="1389375" cy="1019739"/>
              </a:xfrm>
            </p:grpSpPr>
            <p:pic>
              <p:nvPicPr>
                <p:cNvPr id="14" name="A Inversion/NMR evidence/Signal heatmap::NMR heatmap with Source-based axes" descr="NMR heatmap with Source-based axes">
                  <a:extLst>
                    <a:ext uri="{FF2B5EF4-FFF2-40B4-BE49-F238E27FC236}">
                      <ns2:creationId id="{EB4255BE-4245-4F94-98E2-977E2EE7FA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f37fe79ce7d94fb1"/>
                <a:stretch/>
              </p:blipFill>
              <p:spPr>
                <a:xfrm>
                  <a:off x="124688" y="467592"/>
                  <a:ext cx="1389375" cy="1019739"/>
                </a:xfrm>
                <a:prstGeom prst="rect">
                  <a:avLst/>
                </a:prstGeom>
              </p:spPr>
            </p:pic>
          </p:grpSp>
          <p:grpSp>
            <p:nvGrpSpPr>
              <p:cNvPr id="583" name="Echo curves"/>
              <p:cNvGrpSpPr/>
              <p:nvPr/>
            </p:nvGrpSpPr>
            <p:grpSpPr>
              <a:xfrm>
                <a:off x="129141" y="1554299"/>
                <a:ext cx="1367109" cy="899214"/>
                <a:chOff x="129141" y="1554299"/>
                <a:chExt cx="1367109" cy="899214"/>
              </a:xfrm>
            </p:grpSpPr>
            <p:pic>
              <p:nvPicPr>
                <p:cNvPr id="15" name="A Inversion/NMR evidence/Echo curves::Echo curves with Source-based legend and axes" descr="Echo curves with Source-based legend and axes">
                  <a:extLst>
                    <a:ext uri="{FF2B5EF4-FFF2-40B4-BE49-F238E27FC236}">
                      <ns2:creationId id="{9F021114-588F-4DBD-A048-88915E933D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ca12ae3a700a4fe6"/>
                <a:stretch/>
              </p:blipFill>
              <p:spPr>
                <a:xfrm>
                  <a:off x="129141" y="1554299"/>
                  <a:ext cx="1367109" cy="899214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97" name="Retained evidence"/>
            <p:cNvGrpSpPr/>
            <p:nvPr/>
          </p:nvGrpSpPr>
          <p:grpSpPr>
            <a:xfrm>
              <a:off x="1598672" y="329531"/>
              <a:ext cx="832734" cy="1531875"/>
              <a:chOff x="1598672" y="329531"/>
              <a:chExt cx="832734" cy="1531875"/>
            </a:xfrm>
          </p:grpSpPr>
          <p:sp>
            <p:nvSpPr>
              <p:cNvPr id="16" name="A Inversion/Retained evidence::Panel">
                <a:extLst>
                  <a:ext uri="{FF2B5EF4-FFF2-40B4-BE49-F238E27FC236}">
                    <ns2:creationId id="{CFA640D6-1BEB-419D-BDB3-A140E0A4DD1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98672" y="329531"/>
                <a:ext cx="832734" cy="1531875"/>
              </a:xfrm>
              <a:prstGeom prst="roundRect">
                <a:avLst>
                  <a:gd name="adj" fmla="val 4278"/>
                </a:avLst>
              </a:prstGeom>
              <a:gradFill>
                <a:gsLst>
                  <a:gs pos="0">
                    <a:srgbClr val="F5FBFF"/>
                  </a:gs>
                  <a:gs pos="100000">
                    <a:srgbClr val="E3F2FE"/>
                  </a:gs>
                </a:gsLst>
                <a:lin ang="5400000"/>
              </a:gradFill>
              <a:ln w="5344">
                <a:solidFill>
                  <a:srgbClr val="6BACDD"/>
                </a:solidFill>
              </a:ln>
            </p:spPr>
          </p:sp>
          <p:sp>
            <p:nvSpPr>
              <p:cNvPr id="17" name="A Inversion/Retained evidence::Title">
                <a:extLst>
                  <a:ext uri="{FF2B5EF4-FFF2-40B4-BE49-F238E27FC236}">
                    <ns2:creationId id="{00A968B2-42D8-4940-ACCF-72A45812FF2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74375" y="382969"/>
                <a:ext cx="699141" cy="106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719" b="1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719" b="1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19" b="1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Retained evidence</a:t>
                </a:r>
              </a:p>
            </p:txBody>
          </p:sp>
          <p:sp>
            <p:nvSpPr>
              <p:cNvPr id="18" name="A Inversion/Retained evidence::Evidence tuple-0">
                <a:extLst>
                  <a:ext uri="{FF2B5EF4-FFF2-40B4-BE49-F238E27FC236}">
                    <ns2:creationId id="{40FF4092-17D0-4317-88A6-E127EA4E101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769004" y="500130"/>
                <a:ext cx="64348" cy="13314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0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0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0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E</a:t>
                </a:r>
              </a:p>
            </p:txBody>
          </p:sp>
          <p:sp>
            <p:nvSpPr>
              <p:cNvPr id="19" name="A Inversion/Retained evidence::Evidence tuple-1">
                <a:extLst>
                  <a:ext uri="{FF2B5EF4-FFF2-40B4-BE49-F238E27FC236}">
                    <ns2:creationId id="{CC6DA00A-3799-45DF-B657-DFE1485D3E7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32105" y="500130"/>
                <a:ext cx="144860" cy="13314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0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0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0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 = (</a:t>
                </a:r>
              </a:p>
            </p:txBody>
          </p:sp>
          <p:sp>
            <p:nvSpPr>
              <p:cNvPr id="20" name="A Inversion/Retained evidence::Evidence tuple-2">
                <a:extLst>
                  <a:ext uri="{FF2B5EF4-FFF2-40B4-BE49-F238E27FC236}">
                    <ns2:creationId id="{E232F9AB-0518-44DA-827B-2E2EA535A3E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75718" y="500130"/>
                <a:ext cx="47248" cy="13314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0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0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0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y</a:t>
                </a:r>
              </a:p>
            </p:txBody>
          </p:sp>
          <p:sp>
            <p:nvSpPr>
              <p:cNvPr id="21" name="A Inversion/Retained evidence::Evidence tuple-3">
                <a:extLst>
                  <a:ext uri="{FF2B5EF4-FFF2-40B4-BE49-F238E27FC236}">
                    <ns2:creationId id="{F5E1EC74-E879-4B67-8179-EFBA5F69898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021719" y="500130"/>
                <a:ext cx="52992" cy="13314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0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0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0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, </a:t>
                </a:r>
              </a:p>
            </p:txBody>
          </p:sp>
          <p:sp>
            <p:nvSpPr>
              <p:cNvPr id="22" name="A Inversion/Retained evidence::Evidence tuple-4">
                <a:extLst>
                  <a:ext uri="{FF2B5EF4-FFF2-40B4-BE49-F238E27FC236}">
                    <ns2:creationId id="{DC29C114-51AE-46A3-A5A6-F2602C44F93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073464" y="500130"/>
                <a:ext cx="70092" cy="13314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0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0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0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K</a:t>
                </a:r>
              </a:p>
            </p:txBody>
          </p:sp>
          <p:sp>
            <p:nvSpPr>
              <p:cNvPr id="23" name="A Inversion/Retained evidence::Evidence tuple-5">
                <a:extLst>
                  <a:ext uri="{FF2B5EF4-FFF2-40B4-BE49-F238E27FC236}">
                    <ns2:creationId id="{A793CF12-8F67-4D93-B666-64A10BF957D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42309" y="500130"/>
                <a:ext cx="146730" cy="13314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0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0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0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, Σ)</a:t>
                </a:r>
              </a:p>
            </p:txBody>
          </p:sp>
          <p:cxnSp>
            <p:nvCxnSpPr>
              <p:cNvPr id="24" name="A Inversion/Retained evidence::Evidence to encoder">
                <a:extLst>
                  <a:ext uri="{FF2B5EF4-FFF2-40B4-BE49-F238E27FC236}">
                    <ns2:creationId id="{16087A01-38FF-43BA-9542-2EF80BAB59EB}"/>
                  </a:ext>
                </a:extLst>
              </p:cNvPr>
              <p:cNvCxnSpPr/>
              <p:nvPr/>
            </p:nvCxnSpPr>
            <p:spPr>
              <a:xfrm flipH="0" flipV="0">
                <a:off x="2017266" y="1478438"/>
                <a:ext cx="0" cy="84609"/>
              </a:xfrm>
              <a:prstGeom prst="straightConnector1">
                <a:avLst/>
              </a:prstGeom>
              <a:ln w="7570">
                <a:solidFill>
                  <a:srgbClr val="175880"/>
                </a:solidFill>
                <a:prstDash val="solid"/>
              </a:ln>
            </p:spPr>
          </p:cxnSp>
          <p:sp>
            <p:nvSpPr>
              <p:cNvPr id="25" name="A Inversion/Retained evidence::Evidence to encoder arrowhead">
                <a:extLst>
                  <a:ext uri="{FF2B5EF4-FFF2-40B4-BE49-F238E27FC236}">
                    <ns2:creationId id="{65720A23-BC0C-4F38-A093-0EFE3182A0F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001680" y="1527422"/>
                <a:ext cx="31172" cy="35625"/>
              </a:xfrm>
              <a:custGeom>
                <a:pathLst>
                  <a:path w="31172" h="35625">
                    <a:moveTo>
                      <a:pt x="15586" y="35625"/>
                    </a:moveTo>
                    <a:lnTo>
                      <a:pt x="3117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5880"/>
              </a:solidFill>
              <a:ln w="3117">
                <a:noFill/>
              </a:ln>
            </p:spPr>
          </p:sp>
          <p:grpSp>
            <p:nvGrpSpPr>
              <p:cNvPr id="584" name="Signal"/>
              <p:cNvGrpSpPr/>
              <p:nvPr/>
            </p:nvGrpSpPr>
            <p:grpSpPr>
              <a:xfrm>
                <a:off x="1661016" y="645703"/>
                <a:ext cx="712500" cy="236016"/>
                <a:chOff x="1661016" y="645703"/>
                <a:chExt cx="712500" cy="236016"/>
              </a:xfrm>
            </p:grpSpPr>
            <p:sp>
              <p:nvSpPr>
                <p:cNvPr id="26" name="A Inversion/Retained evidence/Signal::Signal card">
                  <a:extLst>
                    <a:ext uri="{FF2B5EF4-FFF2-40B4-BE49-F238E27FC236}">
                      <ns2:creationId id="{FE049BD6-DD5B-4477-9EC8-39C2AA681288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661016" y="645703"/>
                  <a:ext cx="712500" cy="236016"/>
                </a:xfrm>
                <a:prstGeom prst="roundRect">
                  <a:avLst>
                    <a:gd name="adj" fmla="val 13208"/>
                  </a:avLst>
                </a:prstGeom>
                <a:gradFill>
                  <a:gsLst>
                    <a:gs pos="0">
                      <a:srgbClr val="FFFFFF"/>
                    </a:gs>
                    <a:gs pos="100000">
                      <a:srgbClr val="E6F3FF"/>
                    </a:gs>
                  </a:gsLst>
                  <a:lin ang="5400000"/>
                </a:gradFill>
                <a:ln w="4898">
                  <a:solidFill>
                    <a:srgbClr val="74AEE0"/>
                  </a:solidFill>
                </a:ln>
              </p:spPr>
            </p:sp>
            <p:pic>
              <p:nvPicPr>
                <p:cNvPr id="27" name="A Inversion/Retained evidence/Signal::Source echo thumbnail" descr="Source echo thumbnail">
                  <a:extLst>
                    <a:ext uri="{FF2B5EF4-FFF2-40B4-BE49-F238E27FC236}">
                      <ns2:creationId id="{9FE31E5B-5367-46F2-9EA4-B38971772F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9e7fd0bfbdf34de0"/>
                <a:stretch/>
              </p:blipFill>
              <p:spPr>
                <a:xfrm>
                  <a:off x="1710000" y="686002"/>
                  <a:ext cx="307266" cy="150964"/>
                </a:xfrm>
                <a:prstGeom prst="rect">
                  <a:avLst/>
                </a:prstGeom>
              </p:spPr>
            </p:pic>
            <p:sp>
              <p:nvSpPr>
                <p:cNvPr id="28" name="A Inversion/Retained evidence/Signal::Signal label-0">
                  <a:extLst>
                    <a:ext uri="{FF2B5EF4-FFF2-40B4-BE49-F238E27FC236}">
                      <ns2:creationId id="{CA2D5E2D-4AB0-45F7-841D-2E5B28741814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059370" y="705749"/>
                  <a:ext cx="216511" cy="99572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>
                  <a:defPPr algn="l">
                    <a:defRPr sz="603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>
                  <a:pPr algn="l">
                    <a:lnSpc>
                      <a:spcPct val="100000"/>
                    </a:lnSpc>
                    <a:buNone/>
                    <a:defRPr sz="603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603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rPr>
                    <a:t>Signal </a:t>
                  </a:r>
                </a:p>
              </p:txBody>
            </p:sp>
            <p:sp>
              <p:nvSpPr>
                <p:cNvPr id="29" name="A Inversion/Retained evidence/Signal::Signal label-1">
                  <a:extLst>
                    <a:ext uri="{FF2B5EF4-FFF2-40B4-BE49-F238E27FC236}">
                      <ns2:creationId id="{67BAC825-5495-4FC2-8819-F8F9960187A1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274634" y="705749"/>
                  <a:ext cx="35759" cy="99572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>
                  <a:defPPr algn="l">
                    <a:defRPr sz="603" b="0" i="1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>
                  <a:pPr algn="l">
                    <a:lnSpc>
                      <a:spcPct val="100000"/>
                    </a:lnSpc>
                    <a:buNone/>
                    <a:defRPr sz="603" b="0" i="1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603" b="0" i="1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rPr>
                    <a:t>y</a:t>
                  </a:r>
                </a:p>
              </p:txBody>
            </p:sp>
          </p:grpSp>
          <p:grpSp>
            <p:nvGrpSpPr>
              <p:cNvPr id="585" name="Kernel"/>
              <p:cNvGrpSpPr/>
              <p:nvPr/>
            </p:nvGrpSpPr>
            <p:grpSpPr>
              <a:xfrm>
                <a:off x="1661016" y="886172"/>
                <a:ext cx="712500" cy="289453"/>
                <a:chOff x="1661016" y="886172"/>
                <a:chExt cx="712500" cy="289453"/>
              </a:xfrm>
            </p:grpSpPr>
            <p:sp>
              <p:nvSpPr>
                <p:cNvPr id="30" name="A Inversion/Retained evidence/Kernel::Kernel card">
                  <a:extLst>
                    <a:ext uri="{FF2B5EF4-FFF2-40B4-BE49-F238E27FC236}">
                      <ns2:creationId id="{BC8CC737-CF5D-4E3B-8CE3-B4E351C2605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661016" y="886172"/>
                  <a:ext cx="712500" cy="289453"/>
                </a:xfrm>
                <a:prstGeom prst="roundRect">
                  <a:avLst>
                    <a:gd name="adj" fmla="val 10769"/>
                  </a:avLst>
                </a:prstGeom>
                <a:gradFill>
                  <a:gsLst>
                    <a:gs pos="0">
                      <a:srgbClr val="FFFFFF"/>
                    </a:gs>
                    <a:gs pos="100000">
                      <a:srgbClr val="E6F3FF"/>
                    </a:gs>
                  </a:gsLst>
                  <a:lin ang="5400000"/>
                </a:gradFill>
                <a:ln w="4898">
                  <a:solidFill>
                    <a:srgbClr val="74AEE0"/>
                  </a:solidFill>
                </a:ln>
              </p:spPr>
            </p:sp>
            <p:sp>
              <p:nvSpPr>
                <p:cNvPr id="31" name="A Inversion/Retained evidence/Kernel::Representative kernel">
                  <a:extLst>
                    <a:ext uri="{FF2B5EF4-FFF2-40B4-BE49-F238E27FC236}">
                      <ns2:creationId id="{7979D9E9-EA7F-45B6-AAB3-54A31AFA8E68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921797"/>
                  <a:ext cx="276094" cy="236016"/>
                </a:xfrm>
                <a:prstGeom prst="rect">
                  <a:avLst/>
                </a:prstGeom>
                <a:gradFill>
                  <a:gsLst>
                    <a:gs pos="0">
                      <a:srgbClr val="FCFEFF"/>
                    </a:gs>
                    <a:gs pos="100000">
                      <a:srgbClr val="C4E2FA"/>
                    </a:gs>
                  </a:gsLst>
                  <a:lin ang="4800000"/>
                </a:gradFill>
                <a:ln w="2895">
                  <a:solidFill>
                    <a:srgbClr val="B4D4E9"/>
                  </a:solidFill>
                </a:ln>
              </p:spPr>
            </p:sp>
            <p:sp>
              <p:nvSpPr>
                <p:cNvPr id="32" name="A Inversion/Retained evidence/Kernel::Representative kernel cell 0 0">
                  <a:extLst>
                    <a:ext uri="{FF2B5EF4-FFF2-40B4-BE49-F238E27FC236}">
                      <ns2:creationId id="{20998BE1-8D2C-47EB-B053-7058E299C156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1128311"/>
                  <a:ext cx="34512" cy="29502"/>
                </a:xfrm>
                <a:prstGeom prst="rect">
                  <a:avLst/>
                </a:prstGeom>
                <a:solidFill>
                  <a:srgbClr val="73A5C8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33" name="A Inversion/Retained evidence/Kernel::Representative kernel cell 0 1">
                  <a:extLst>
                    <a:ext uri="{FF2B5EF4-FFF2-40B4-BE49-F238E27FC236}">
                      <ns2:creationId id="{F296C0A9-F7E9-41C6-98EC-1403B26625B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53418" y="1128311"/>
                  <a:ext cx="34512" cy="29502"/>
                </a:xfrm>
                <a:prstGeom prst="rect">
                  <a:avLst/>
                </a:prstGeom>
                <a:solidFill>
                  <a:srgbClr val="3E81B1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34" name="A Inversion/Retained evidence/Kernel::Representative kernel cell 0 2">
                  <a:extLst>
                    <a:ext uri="{FF2B5EF4-FFF2-40B4-BE49-F238E27FC236}">
                      <ns2:creationId id="{6F467DEC-6CD2-4C82-96E1-F87A585190B3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7930" y="1128311"/>
                  <a:ext cx="34512" cy="29502"/>
                </a:xfrm>
                <a:prstGeom prst="rect">
                  <a:avLst/>
                </a:prstGeom>
                <a:solidFill>
                  <a:srgbClr val="2973A8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35" name="A Inversion/Retained evidence/Kernel::Representative kernel cell 0 3">
                  <a:extLst>
                    <a:ext uri="{FF2B5EF4-FFF2-40B4-BE49-F238E27FC236}">
                      <ns2:creationId id="{0C5EFFE2-1484-4D7B-9D7E-FE398D1B3B9C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22441" y="1128311"/>
                  <a:ext cx="34512" cy="29502"/>
                </a:xfrm>
                <a:prstGeom prst="rect">
                  <a:avLst/>
                </a:prstGeom>
                <a:solidFill>
                  <a:srgbClr val="216EA5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36" name="A Inversion/Retained evidence/Kernel::Representative kernel cell 0 4">
                  <a:extLst>
                    <a:ext uri="{FF2B5EF4-FFF2-40B4-BE49-F238E27FC236}">
                      <ns2:creationId id="{DCAF49F2-4A4D-4400-A72C-6FC8CA9A96B6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56953" y="1128311"/>
                  <a:ext cx="34512" cy="29502"/>
                </a:xfrm>
                <a:prstGeom prst="rect">
                  <a:avLst/>
                </a:prstGeom>
                <a:solidFill>
                  <a:srgbClr val="1F6D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37" name="A Inversion/Retained evidence/Kernel::Representative kernel cell 0 5">
                  <a:extLst>
                    <a:ext uri="{FF2B5EF4-FFF2-40B4-BE49-F238E27FC236}">
                      <ns2:creationId id="{F63330CF-58F4-4F96-95C6-B7E19EDFB5BB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91465" y="1128311"/>
                  <a:ext cx="34512" cy="29502"/>
                </a:xfrm>
                <a:prstGeom prst="rect">
                  <a:avLst/>
                </a:prstGeom>
                <a:solidFill>
                  <a:srgbClr val="1E6C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38" name="A Inversion/Retained evidence/Kernel::Representative kernel cell 0 6">
                  <a:extLst>
                    <a:ext uri="{FF2B5EF4-FFF2-40B4-BE49-F238E27FC236}">
                      <ns2:creationId id="{F368F43A-D80A-46D1-BF21-C2A9A49F9CB7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25977" y="1128311"/>
                  <a:ext cx="34512" cy="29502"/>
                </a:xfrm>
                <a:prstGeom prst="rect">
                  <a:avLst/>
                </a:prstGeom>
                <a:solidFill>
                  <a:srgbClr val="1E6C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39" name="A Inversion/Retained evidence/Kernel::Representative kernel cell 0 7">
                  <a:extLst>
                    <a:ext uri="{FF2B5EF4-FFF2-40B4-BE49-F238E27FC236}">
                      <ns2:creationId id="{FF6AB9FD-FFBD-4EAD-B60D-799F24AE0328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60488" y="1128311"/>
                  <a:ext cx="34512" cy="29502"/>
                </a:xfrm>
                <a:prstGeom prst="rect">
                  <a:avLst/>
                </a:prstGeom>
                <a:solidFill>
                  <a:srgbClr val="1E6C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40" name="A Inversion/Retained evidence/Kernel::Representative kernel cell 1 0">
                  <a:extLst>
                    <a:ext uri="{FF2B5EF4-FFF2-40B4-BE49-F238E27FC236}">
                      <ns2:creationId id="{8CD32EF7-3E31-4CBD-9C5E-15F3BB6F2FB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1098809"/>
                  <a:ext cx="34512" cy="29502"/>
                </a:xfrm>
                <a:prstGeom prst="rect">
                  <a:avLst/>
                </a:prstGeom>
                <a:solidFill>
                  <a:srgbClr val="CADEE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41" name="A Inversion/Retained evidence/Kernel::Representative kernel cell 1 1">
                  <a:extLst>
                    <a:ext uri="{FF2B5EF4-FFF2-40B4-BE49-F238E27FC236}">
                      <ns2:creationId id="{A8376A49-DCAC-481B-AEFC-F3847DBBC95C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53418" y="1098809"/>
                  <a:ext cx="34512" cy="29502"/>
                </a:xfrm>
                <a:prstGeom prst="rect">
                  <a:avLst/>
                </a:prstGeom>
                <a:solidFill>
                  <a:srgbClr val="73A5C8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42" name="A Inversion/Retained evidence/Kernel::Representative kernel cell 1 2">
                  <a:extLst>
                    <a:ext uri="{FF2B5EF4-FFF2-40B4-BE49-F238E27FC236}">
                      <ns2:creationId id="{DC626EBD-3D03-4681-B660-C68A551E72A8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7930" y="1098809"/>
                  <a:ext cx="34512" cy="29502"/>
                </a:xfrm>
                <a:prstGeom prst="rect">
                  <a:avLst/>
                </a:prstGeom>
                <a:solidFill>
                  <a:srgbClr val="3E81B1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43" name="A Inversion/Retained evidence/Kernel::Representative kernel cell 1 3">
                  <a:extLst>
                    <a:ext uri="{FF2B5EF4-FFF2-40B4-BE49-F238E27FC236}">
                      <ns2:creationId id="{F298AF76-44AB-4D3E-B3B9-43034ABD780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22441" y="1098809"/>
                  <a:ext cx="34512" cy="29502"/>
                </a:xfrm>
                <a:prstGeom prst="rect">
                  <a:avLst/>
                </a:prstGeom>
                <a:solidFill>
                  <a:srgbClr val="2973A8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44" name="A Inversion/Retained evidence/Kernel::Representative kernel cell 1 4">
                  <a:extLst>
                    <a:ext uri="{FF2B5EF4-FFF2-40B4-BE49-F238E27FC236}">
                      <ns2:creationId id="{3DF6729D-546C-4ADD-8AB7-A21CB2CCCEA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56953" y="1098809"/>
                  <a:ext cx="34512" cy="29502"/>
                </a:xfrm>
                <a:prstGeom prst="rect">
                  <a:avLst/>
                </a:prstGeom>
                <a:solidFill>
                  <a:srgbClr val="216EA5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45" name="A Inversion/Retained evidence/Kernel::Representative kernel cell 1 5">
                  <a:extLst>
                    <a:ext uri="{FF2B5EF4-FFF2-40B4-BE49-F238E27FC236}">
                      <ns2:creationId id="{D6ABE5F0-CD5D-4146-851D-CEFAB2F4046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91465" y="1098809"/>
                  <a:ext cx="34512" cy="29502"/>
                </a:xfrm>
                <a:prstGeom prst="rect">
                  <a:avLst/>
                </a:prstGeom>
                <a:solidFill>
                  <a:srgbClr val="1F6D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46" name="A Inversion/Retained evidence/Kernel::Representative kernel cell 1 6">
                  <a:extLst>
                    <a:ext uri="{FF2B5EF4-FFF2-40B4-BE49-F238E27FC236}">
                      <ns2:creationId id="{5E8DC837-01A5-4247-A302-5C3ACEAD91B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25977" y="1098809"/>
                  <a:ext cx="34512" cy="29502"/>
                </a:xfrm>
                <a:prstGeom prst="rect">
                  <a:avLst/>
                </a:prstGeom>
                <a:solidFill>
                  <a:srgbClr val="1E6C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47" name="A Inversion/Retained evidence/Kernel::Representative kernel cell 1 7">
                  <a:extLst>
                    <a:ext uri="{FF2B5EF4-FFF2-40B4-BE49-F238E27FC236}">
                      <ns2:creationId id="{7185B6DC-4D48-48AE-8EF5-2499ED0C3BD0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60488" y="1098809"/>
                  <a:ext cx="34512" cy="29502"/>
                </a:xfrm>
                <a:prstGeom prst="rect">
                  <a:avLst/>
                </a:prstGeom>
                <a:solidFill>
                  <a:srgbClr val="1E6C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48" name="A Inversion/Retained evidence/Kernel::Representative kernel cell 2 0">
                  <a:extLst>
                    <a:ext uri="{FF2B5EF4-FFF2-40B4-BE49-F238E27FC236}">
                      <ns2:creationId id="{13ABF343-BEBC-4286-B3E3-C5974281EE23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1069307"/>
                  <a:ext cx="34512" cy="29502"/>
                </a:xfrm>
                <a:prstGeom prst="rect">
                  <a:avLst/>
                </a:prstGeom>
                <a:solidFill>
                  <a:srgbClr val="F6FBFE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49" name="A Inversion/Retained evidence/Kernel::Representative kernel cell 2 1">
                  <a:extLst>
                    <a:ext uri="{FF2B5EF4-FFF2-40B4-BE49-F238E27FC236}">
                      <ns2:creationId id="{E0616C93-ECFA-492E-90E4-8F6C734F3C3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53418" y="1069307"/>
                  <a:ext cx="34512" cy="29502"/>
                </a:xfrm>
                <a:prstGeom prst="rect">
                  <a:avLst/>
                </a:prstGeom>
                <a:solidFill>
                  <a:srgbClr val="CADEE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50" name="A Inversion/Retained evidence/Kernel::Representative kernel cell 2 2">
                  <a:extLst>
                    <a:ext uri="{FF2B5EF4-FFF2-40B4-BE49-F238E27FC236}">
                      <ns2:creationId id="{8B87BB14-523A-4FB5-8708-D9BB6594E424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7930" y="1069307"/>
                  <a:ext cx="34512" cy="29502"/>
                </a:xfrm>
                <a:prstGeom prst="rect">
                  <a:avLst/>
                </a:prstGeom>
                <a:solidFill>
                  <a:srgbClr val="73A5C8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51" name="A Inversion/Retained evidence/Kernel::Representative kernel cell 2 3">
                  <a:extLst>
                    <a:ext uri="{FF2B5EF4-FFF2-40B4-BE49-F238E27FC236}">
                      <ns2:creationId id="{D9F0A71A-1D83-4046-B1E1-78AB061AB1E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22441" y="1069307"/>
                  <a:ext cx="34512" cy="29502"/>
                </a:xfrm>
                <a:prstGeom prst="rect">
                  <a:avLst/>
                </a:prstGeom>
                <a:solidFill>
                  <a:srgbClr val="3E81B1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52" name="A Inversion/Retained evidence/Kernel::Representative kernel cell 2 4">
                  <a:extLst>
                    <a:ext uri="{FF2B5EF4-FFF2-40B4-BE49-F238E27FC236}">
                      <ns2:creationId id="{C678DB4B-5A60-43E1-B719-1CB1DDC1217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56953" y="1069307"/>
                  <a:ext cx="34512" cy="29502"/>
                </a:xfrm>
                <a:prstGeom prst="rect">
                  <a:avLst/>
                </a:prstGeom>
                <a:solidFill>
                  <a:srgbClr val="2973A8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53" name="A Inversion/Retained evidence/Kernel::Representative kernel cell 2 5">
                  <a:extLst>
                    <a:ext uri="{FF2B5EF4-FFF2-40B4-BE49-F238E27FC236}">
                      <ns2:creationId id="{E6B647B9-C307-4665-B4A3-B21B14659C0C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91465" y="1069307"/>
                  <a:ext cx="34512" cy="29502"/>
                </a:xfrm>
                <a:prstGeom prst="rect">
                  <a:avLst/>
                </a:prstGeom>
                <a:solidFill>
                  <a:srgbClr val="216EA5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54" name="A Inversion/Retained evidence/Kernel::Representative kernel cell 2 6">
                  <a:extLst>
                    <a:ext uri="{FF2B5EF4-FFF2-40B4-BE49-F238E27FC236}">
                      <ns2:creationId id="{BEC79EE6-C15E-4ECB-9344-9765D5E6931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25977" y="1069307"/>
                  <a:ext cx="34512" cy="29502"/>
                </a:xfrm>
                <a:prstGeom prst="rect">
                  <a:avLst/>
                </a:prstGeom>
                <a:solidFill>
                  <a:srgbClr val="1F6D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55" name="A Inversion/Retained evidence/Kernel::Representative kernel cell 2 7">
                  <a:extLst>
                    <a:ext uri="{FF2B5EF4-FFF2-40B4-BE49-F238E27FC236}">
                      <ns2:creationId id="{E36F1639-BDD6-4CCD-8625-8D2FB690417A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60488" y="1069307"/>
                  <a:ext cx="34512" cy="29502"/>
                </a:xfrm>
                <a:prstGeom prst="rect">
                  <a:avLst/>
                </a:prstGeom>
                <a:solidFill>
                  <a:srgbClr val="1E6C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56" name="A Inversion/Retained evidence/Kernel::Representative kernel cell 3 0">
                  <a:extLst>
                    <a:ext uri="{FF2B5EF4-FFF2-40B4-BE49-F238E27FC236}">
                      <ns2:creationId id="{32F1AD9B-134A-432E-BB83-13CB18F5A996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1039805"/>
                  <a:ext cx="34512" cy="29502"/>
                </a:xfrm>
                <a:prstGeom prst="rect">
                  <a:avLst/>
                </a:prstGeom>
                <a:solidFill>
                  <a:srgbClr val="F7FCFF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57" name="A Inversion/Retained evidence/Kernel::Representative kernel cell 3 1">
                  <a:extLst>
                    <a:ext uri="{FF2B5EF4-FFF2-40B4-BE49-F238E27FC236}">
                      <ns2:creationId id="{4F64EBDE-0153-40E5-9C6F-D192EBA4EB6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53418" y="1039805"/>
                  <a:ext cx="34512" cy="29502"/>
                </a:xfrm>
                <a:prstGeom prst="rect">
                  <a:avLst/>
                </a:prstGeom>
                <a:solidFill>
                  <a:srgbClr val="F6FBFE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58" name="A Inversion/Retained evidence/Kernel::Representative kernel cell 3 2">
                  <a:extLst>
                    <a:ext uri="{FF2B5EF4-FFF2-40B4-BE49-F238E27FC236}">
                      <ns2:creationId id="{E1B8D5D5-AC31-43F8-9C46-8B5F3483B7A7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7930" y="1039805"/>
                  <a:ext cx="34512" cy="29502"/>
                </a:xfrm>
                <a:prstGeom prst="rect">
                  <a:avLst/>
                </a:prstGeom>
                <a:solidFill>
                  <a:srgbClr val="CADEE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59" name="A Inversion/Retained evidence/Kernel::Representative kernel cell 3 3">
                  <a:extLst>
                    <a:ext uri="{FF2B5EF4-FFF2-40B4-BE49-F238E27FC236}">
                      <ns2:creationId id="{0E40AB8C-9297-4A52-A85B-FD8A2ABB1079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22441" y="1039805"/>
                  <a:ext cx="34512" cy="29502"/>
                </a:xfrm>
                <a:prstGeom prst="rect">
                  <a:avLst/>
                </a:prstGeom>
                <a:solidFill>
                  <a:srgbClr val="73A5C8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60" name="A Inversion/Retained evidence/Kernel::Representative kernel cell 3 4">
                  <a:extLst>
                    <a:ext uri="{FF2B5EF4-FFF2-40B4-BE49-F238E27FC236}">
                      <ns2:creationId id="{BDA3E552-21FA-4216-B687-1A3FE65B7D00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56953" y="1039805"/>
                  <a:ext cx="34512" cy="29502"/>
                </a:xfrm>
                <a:prstGeom prst="rect">
                  <a:avLst/>
                </a:prstGeom>
                <a:solidFill>
                  <a:srgbClr val="3E81B1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61" name="A Inversion/Retained evidence/Kernel::Representative kernel cell 3 5">
                  <a:extLst>
                    <a:ext uri="{FF2B5EF4-FFF2-40B4-BE49-F238E27FC236}">
                      <ns2:creationId id="{872E89F1-48D5-45FF-9DC5-2B8C932ECEE3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91465" y="1039805"/>
                  <a:ext cx="34512" cy="29502"/>
                </a:xfrm>
                <a:prstGeom prst="rect">
                  <a:avLst/>
                </a:prstGeom>
                <a:solidFill>
                  <a:srgbClr val="2973A8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62" name="A Inversion/Retained evidence/Kernel::Representative kernel cell 3 6">
                  <a:extLst>
                    <a:ext uri="{FF2B5EF4-FFF2-40B4-BE49-F238E27FC236}">
                      <ns2:creationId id="{7FBBD066-92DF-41A5-9C6A-345405FAE496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25977" y="1039805"/>
                  <a:ext cx="34512" cy="29502"/>
                </a:xfrm>
                <a:prstGeom prst="rect">
                  <a:avLst/>
                </a:prstGeom>
                <a:solidFill>
                  <a:srgbClr val="216EA5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63" name="A Inversion/Retained evidence/Kernel::Representative kernel cell 3 7">
                  <a:extLst>
                    <a:ext uri="{FF2B5EF4-FFF2-40B4-BE49-F238E27FC236}">
                      <ns2:creationId id="{E5A1A570-FB17-41C2-B07F-9EF718668498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60488" y="1039805"/>
                  <a:ext cx="34512" cy="29502"/>
                </a:xfrm>
                <a:prstGeom prst="rect">
                  <a:avLst/>
                </a:prstGeom>
                <a:solidFill>
                  <a:srgbClr val="1F6D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64" name="A Inversion/Retained evidence/Kernel::Representative kernel cell 4 0">
                  <a:extLst>
                    <a:ext uri="{FF2B5EF4-FFF2-40B4-BE49-F238E27FC236}">
                      <ns2:creationId id="{EBA0CA07-EF8A-44C3-8F75-6A46CF637111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1010303"/>
                  <a:ext cx="34512" cy="29502"/>
                </a:xfrm>
                <a:prstGeom prst="rect">
                  <a:avLst/>
                </a:prstGeom>
                <a:solidFill>
                  <a:srgbClr val="F7FCFF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65" name="A Inversion/Retained evidence/Kernel::Representative kernel cell 4 1">
                  <a:extLst>
                    <a:ext uri="{FF2B5EF4-FFF2-40B4-BE49-F238E27FC236}">
                      <ns2:creationId id="{036D4E1F-521B-4927-A0C3-E84723C8A69C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53418" y="1010303"/>
                  <a:ext cx="34512" cy="29502"/>
                </a:xfrm>
                <a:prstGeom prst="rect">
                  <a:avLst/>
                </a:prstGeom>
                <a:solidFill>
                  <a:srgbClr val="F7FCFF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66" name="A Inversion/Retained evidence/Kernel::Representative kernel cell 4 2">
                  <a:extLst>
                    <a:ext uri="{FF2B5EF4-FFF2-40B4-BE49-F238E27FC236}">
                      <ns2:creationId id="{94B0E2F2-0EC3-4E0C-AAB6-DC5CBA92B86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7930" y="1010303"/>
                  <a:ext cx="34512" cy="29502"/>
                </a:xfrm>
                <a:prstGeom prst="rect">
                  <a:avLst/>
                </a:prstGeom>
                <a:solidFill>
                  <a:srgbClr val="F6FBFE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67" name="A Inversion/Retained evidence/Kernel::Representative kernel cell 4 3">
                  <a:extLst>
                    <a:ext uri="{FF2B5EF4-FFF2-40B4-BE49-F238E27FC236}">
                      <ns2:creationId id="{4BEED5FC-1CFA-4E84-B2BC-E7D75914BA7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22441" y="1010303"/>
                  <a:ext cx="34512" cy="29502"/>
                </a:xfrm>
                <a:prstGeom prst="rect">
                  <a:avLst/>
                </a:prstGeom>
                <a:solidFill>
                  <a:srgbClr val="CADEE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68" name="A Inversion/Retained evidence/Kernel::Representative kernel cell 4 4">
                  <a:extLst>
                    <a:ext uri="{FF2B5EF4-FFF2-40B4-BE49-F238E27FC236}">
                      <ns2:creationId id="{6FD72484-C29F-4C78-BC66-299E9445A567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56953" y="1010303"/>
                  <a:ext cx="34512" cy="29502"/>
                </a:xfrm>
                <a:prstGeom prst="rect">
                  <a:avLst/>
                </a:prstGeom>
                <a:solidFill>
                  <a:srgbClr val="73A5C8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69" name="A Inversion/Retained evidence/Kernel::Representative kernel cell 4 5">
                  <a:extLst>
                    <a:ext uri="{FF2B5EF4-FFF2-40B4-BE49-F238E27FC236}">
                      <ns2:creationId id="{CC95312E-2BBB-4BAB-AD1F-86E800FEB91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91465" y="1010303"/>
                  <a:ext cx="34512" cy="29502"/>
                </a:xfrm>
                <a:prstGeom prst="rect">
                  <a:avLst/>
                </a:prstGeom>
                <a:solidFill>
                  <a:srgbClr val="3E81B1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70" name="A Inversion/Retained evidence/Kernel::Representative kernel cell 4 6">
                  <a:extLst>
                    <a:ext uri="{FF2B5EF4-FFF2-40B4-BE49-F238E27FC236}">
                      <ns2:creationId id="{2FEE5C9C-ABDE-439C-B296-2DA9F4CB12E8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25977" y="1010303"/>
                  <a:ext cx="34512" cy="29502"/>
                </a:xfrm>
                <a:prstGeom prst="rect">
                  <a:avLst/>
                </a:prstGeom>
                <a:solidFill>
                  <a:srgbClr val="2973A8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71" name="A Inversion/Retained evidence/Kernel::Representative kernel cell 4 7">
                  <a:extLst>
                    <a:ext uri="{FF2B5EF4-FFF2-40B4-BE49-F238E27FC236}">
                      <ns2:creationId id="{E3D9B10F-46D2-42DE-ADDA-056EA8041939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60488" y="1010303"/>
                  <a:ext cx="34512" cy="29502"/>
                </a:xfrm>
                <a:prstGeom prst="rect">
                  <a:avLst/>
                </a:prstGeom>
                <a:solidFill>
                  <a:srgbClr val="216EA5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72" name="A Inversion/Retained evidence/Kernel::Representative kernel cell 5 0">
                  <a:extLst>
                    <a:ext uri="{FF2B5EF4-FFF2-40B4-BE49-F238E27FC236}">
                      <ns2:creationId id="{88E2984B-65BC-483D-A001-B7EF19BC5A6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980801"/>
                  <a:ext cx="34512" cy="29502"/>
                </a:xfrm>
                <a:prstGeom prst="rect">
                  <a:avLst/>
                </a:prstGeom>
                <a:solidFill>
                  <a:srgbClr val="F7FCFF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73" name="A Inversion/Retained evidence/Kernel::Representative kernel cell 5 1">
                  <a:extLst>
                    <a:ext uri="{FF2B5EF4-FFF2-40B4-BE49-F238E27FC236}">
                      <ns2:creationId id="{7F9B5FD9-1360-44FD-A90F-E85BB183F088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53418" y="980801"/>
                  <a:ext cx="34512" cy="29502"/>
                </a:xfrm>
                <a:prstGeom prst="rect">
                  <a:avLst/>
                </a:prstGeom>
                <a:solidFill>
                  <a:srgbClr val="F7FCFF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74" name="A Inversion/Retained evidence/Kernel::Representative kernel cell 5 2">
                  <a:extLst>
                    <a:ext uri="{FF2B5EF4-FFF2-40B4-BE49-F238E27FC236}">
                      <ns2:creationId id="{50A99CC9-F282-49F6-A89C-F0DFB59BC6A7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7930" y="980801"/>
                  <a:ext cx="34512" cy="29502"/>
                </a:xfrm>
                <a:prstGeom prst="rect">
                  <a:avLst/>
                </a:prstGeom>
                <a:solidFill>
                  <a:srgbClr val="F7FCFF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75" name="A Inversion/Retained evidence/Kernel::Representative kernel cell 5 3">
                  <a:extLst>
                    <a:ext uri="{FF2B5EF4-FFF2-40B4-BE49-F238E27FC236}">
                      <ns2:creationId id="{0000F8DA-3D6A-407E-9C8D-CFEFAD3DD24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22441" y="980801"/>
                  <a:ext cx="34512" cy="29502"/>
                </a:xfrm>
                <a:prstGeom prst="rect">
                  <a:avLst/>
                </a:prstGeom>
                <a:solidFill>
                  <a:srgbClr val="F6FBFE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76" name="A Inversion/Retained evidence/Kernel::Representative kernel cell 5 4">
                  <a:extLst>
                    <a:ext uri="{FF2B5EF4-FFF2-40B4-BE49-F238E27FC236}">
                      <ns2:creationId id="{F6C41680-B85B-4BBE-8295-489BE9AF6E7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56953" y="980801"/>
                  <a:ext cx="34512" cy="29502"/>
                </a:xfrm>
                <a:prstGeom prst="rect">
                  <a:avLst/>
                </a:prstGeom>
                <a:solidFill>
                  <a:srgbClr val="CADEE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77" name="A Inversion/Retained evidence/Kernel::Representative kernel cell 5 5">
                  <a:extLst>
                    <a:ext uri="{FF2B5EF4-FFF2-40B4-BE49-F238E27FC236}">
                      <ns2:creationId id="{E62FE2DF-E376-4A8F-BAD8-EAEBC62A6B3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91465" y="980801"/>
                  <a:ext cx="34512" cy="29502"/>
                </a:xfrm>
                <a:prstGeom prst="rect">
                  <a:avLst/>
                </a:prstGeom>
                <a:solidFill>
                  <a:srgbClr val="73A5C8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78" name="A Inversion/Retained evidence/Kernel::Representative kernel cell 5 6">
                  <a:extLst>
                    <a:ext uri="{FF2B5EF4-FFF2-40B4-BE49-F238E27FC236}">
                      <ns2:creationId id="{4D76EF32-4CF9-4F65-BB52-00718FCD7C5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25977" y="980801"/>
                  <a:ext cx="34512" cy="29502"/>
                </a:xfrm>
                <a:prstGeom prst="rect">
                  <a:avLst/>
                </a:prstGeom>
                <a:solidFill>
                  <a:srgbClr val="3E81B1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79" name="A Inversion/Retained evidence/Kernel::Representative kernel cell 5 7">
                  <a:extLst>
                    <a:ext uri="{FF2B5EF4-FFF2-40B4-BE49-F238E27FC236}">
                      <ns2:creationId id="{0861EED2-8274-400A-821B-BD674D3C7BB7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60488" y="980801"/>
                  <a:ext cx="34512" cy="29502"/>
                </a:xfrm>
                <a:prstGeom prst="rect">
                  <a:avLst/>
                </a:prstGeom>
                <a:solidFill>
                  <a:srgbClr val="2973A8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80" name="A Inversion/Retained evidence/Kernel::Representative kernel cell 6 0">
                  <a:extLst>
                    <a:ext uri="{FF2B5EF4-FFF2-40B4-BE49-F238E27FC236}">
                      <ns2:creationId id="{AADDF56A-BBE2-4CAD-A82A-9E5659BE82EB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951299"/>
                  <a:ext cx="34512" cy="29502"/>
                </a:xfrm>
                <a:prstGeom prst="rect">
                  <a:avLst/>
                </a:prstGeom>
                <a:solidFill>
                  <a:srgbClr val="F7FCFF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81" name="A Inversion/Retained evidence/Kernel::Representative kernel cell 6 1">
                  <a:extLst>
                    <a:ext uri="{FF2B5EF4-FFF2-40B4-BE49-F238E27FC236}">
                      <ns2:creationId id="{4177D595-29B0-446C-AB28-F38CD287992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53418" y="951299"/>
                  <a:ext cx="34512" cy="29502"/>
                </a:xfrm>
                <a:prstGeom prst="rect">
                  <a:avLst/>
                </a:prstGeom>
                <a:solidFill>
                  <a:srgbClr val="F7FCFF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82" name="A Inversion/Retained evidence/Kernel::Representative kernel cell 6 2">
                  <a:extLst>
                    <a:ext uri="{FF2B5EF4-FFF2-40B4-BE49-F238E27FC236}">
                      <ns2:creationId id="{E46C261A-10D0-4BC8-80FA-96DDE0A68B5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7930" y="951299"/>
                  <a:ext cx="34512" cy="29502"/>
                </a:xfrm>
                <a:prstGeom prst="rect">
                  <a:avLst/>
                </a:prstGeom>
                <a:solidFill>
                  <a:srgbClr val="F7FCFF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83" name="A Inversion/Retained evidence/Kernel::Representative kernel cell 6 3">
                  <a:extLst>
                    <a:ext uri="{FF2B5EF4-FFF2-40B4-BE49-F238E27FC236}">
                      <ns2:creationId id="{F1451233-0C3B-4B01-833C-D34E393D2898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22441" y="951299"/>
                  <a:ext cx="34512" cy="29502"/>
                </a:xfrm>
                <a:prstGeom prst="rect">
                  <a:avLst/>
                </a:prstGeom>
                <a:solidFill>
                  <a:srgbClr val="F7FCFF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84" name="A Inversion/Retained evidence/Kernel::Representative kernel cell 6 4">
                  <a:extLst>
                    <a:ext uri="{FF2B5EF4-FFF2-40B4-BE49-F238E27FC236}">
                      <ns2:creationId id="{A2A85F7A-3866-423C-9578-B7CEB31C5CEB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56953" y="951299"/>
                  <a:ext cx="34512" cy="29502"/>
                </a:xfrm>
                <a:prstGeom prst="rect">
                  <a:avLst/>
                </a:prstGeom>
                <a:solidFill>
                  <a:srgbClr val="F6FBFE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85" name="A Inversion/Retained evidence/Kernel::Representative kernel cell 6 5">
                  <a:extLst>
                    <a:ext uri="{FF2B5EF4-FFF2-40B4-BE49-F238E27FC236}">
                      <ns2:creationId id="{9E75BC5B-71B5-4DAE-AA30-185ACC564B5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91465" y="951299"/>
                  <a:ext cx="34512" cy="29502"/>
                </a:xfrm>
                <a:prstGeom prst="rect">
                  <a:avLst/>
                </a:prstGeom>
                <a:solidFill>
                  <a:srgbClr val="CADEE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86" name="A Inversion/Retained evidence/Kernel::Representative kernel cell 6 6">
                  <a:extLst>
                    <a:ext uri="{FF2B5EF4-FFF2-40B4-BE49-F238E27FC236}">
                      <ns2:creationId id="{35FB453E-797B-4335-80BB-F532B04AE6C3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25977" y="951299"/>
                  <a:ext cx="34512" cy="29502"/>
                </a:xfrm>
                <a:prstGeom prst="rect">
                  <a:avLst/>
                </a:prstGeom>
                <a:solidFill>
                  <a:srgbClr val="73A5C8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87" name="A Inversion/Retained evidence/Kernel::Representative kernel cell 6 7">
                  <a:extLst>
                    <a:ext uri="{FF2B5EF4-FFF2-40B4-BE49-F238E27FC236}">
                      <ns2:creationId id="{E35DF4E5-ACA3-428D-A10C-7AA832D865B4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60488" y="951299"/>
                  <a:ext cx="34512" cy="29502"/>
                </a:xfrm>
                <a:prstGeom prst="rect">
                  <a:avLst/>
                </a:prstGeom>
                <a:solidFill>
                  <a:srgbClr val="3E81B1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88" name="A Inversion/Retained evidence/Kernel::Representative kernel cell 7 0">
                  <a:extLst>
                    <a:ext uri="{FF2B5EF4-FFF2-40B4-BE49-F238E27FC236}">
                      <ns2:creationId id="{4588593C-F962-4405-8885-39D2C449594C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921797"/>
                  <a:ext cx="34512" cy="29502"/>
                </a:xfrm>
                <a:prstGeom prst="rect">
                  <a:avLst/>
                </a:prstGeom>
                <a:solidFill>
                  <a:srgbClr val="F7FCFF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89" name="A Inversion/Retained evidence/Kernel::Representative kernel cell 7 1">
                  <a:extLst>
                    <a:ext uri="{FF2B5EF4-FFF2-40B4-BE49-F238E27FC236}">
                      <ns2:creationId id="{F9232134-4D83-4493-BA50-D9DCB652944C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53418" y="921797"/>
                  <a:ext cx="34512" cy="29502"/>
                </a:xfrm>
                <a:prstGeom prst="rect">
                  <a:avLst/>
                </a:prstGeom>
                <a:solidFill>
                  <a:srgbClr val="F7FCFF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90" name="A Inversion/Retained evidence/Kernel::Representative kernel cell 7 2">
                  <a:extLst>
                    <a:ext uri="{FF2B5EF4-FFF2-40B4-BE49-F238E27FC236}">
                      <ns2:creationId id="{DDB2B381-0774-4737-A5F9-875343A6D7D3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7930" y="921797"/>
                  <a:ext cx="34512" cy="29502"/>
                </a:xfrm>
                <a:prstGeom prst="rect">
                  <a:avLst/>
                </a:prstGeom>
                <a:solidFill>
                  <a:srgbClr val="F7FCFF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91" name="A Inversion/Retained evidence/Kernel::Representative kernel cell 7 3">
                  <a:extLst>
                    <a:ext uri="{FF2B5EF4-FFF2-40B4-BE49-F238E27FC236}">
                      <ns2:creationId id="{EA951F2C-0AA6-40BC-BE7A-519F4BC0B54B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22441" y="921797"/>
                  <a:ext cx="34512" cy="29502"/>
                </a:xfrm>
                <a:prstGeom prst="rect">
                  <a:avLst/>
                </a:prstGeom>
                <a:solidFill>
                  <a:srgbClr val="F7FCFF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92" name="A Inversion/Retained evidence/Kernel::Representative kernel cell 7 4">
                  <a:extLst>
                    <a:ext uri="{FF2B5EF4-FFF2-40B4-BE49-F238E27FC236}">
                      <ns2:creationId id="{63695B37-EED6-4897-8A0F-4B95A311047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56953" y="921797"/>
                  <a:ext cx="34512" cy="29502"/>
                </a:xfrm>
                <a:prstGeom prst="rect">
                  <a:avLst/>
                </a:prstGeom>
                <a:solidFill>
                  <a:srgbClr val="F7FCFF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93" name="A Inversion/Retained evidence/Kernel::Representative kernel cell 7 5">
                  <a:extLst>
                    <a:ext uri="{FF2B5EF4-FFF2-40B4-BE49-F238E27FC236}">
                      <ns2:creationId id="{2C3D9B63-5223-41EA-8DBA-1C0A264F1B33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91465" y="921797"/>
                  <a:ext cx="34512" cy="29502"/>
                </a:xfrm>
                <a:prstGeom prst="rect">
                  <a:avLst/>
                </a:prstGeom>
                <a:solidFill>
                  <a:srgbClr val="F6FBFE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94" name="A Inversion/Retained evidence/Kernel::Representative kernel cell 7 6">
                  <a:extLst>
                    <a:ext uri="{FF2B5EF4-FFF2-40B4-BE49-F238E27FC236}">
                      <ns2:creationId id="{8EB17DDF-6C8A-498A-8B22-6A4168BF0A7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25977" y="921797"/>
                  <a:ext cx="34512" cy="29502"/>
                </a:xfrm>
                <a:prstGeom prst="rect">
                  <a:avLst/>
                </a:prstGeom>
                <a:solidFill>
                  <a:srgbClr val="CADEE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95" name="A Inversion/Retained evidence/Kernel::Representative kernel cell 7 7">
                  <a:extLst>
                    <a:ext uri="{FF2B5EF4-FFF2-40B4-BE49-F238E27FC236}">
                      <ns2:creationId id="{A41D4743-D9E2-438E-A9D0-F7B895123FD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60488" y="921797"/>
                  <a:ext cx="34512" cy="29502"/>
                </a:xfrm>
                <a:prstGeom prst="rect">
                  <a:avLst/>
                </a:prstGeom>
                <a:solidFill>
                  <a:srgbClr val="73A5C8"/>
                </a:solidFill>
                <a:ln w="891">
                  <a:solidFill>
                    <a:srgbClr val="E2EEF7"/>
                  </a:solidFill>
                </a:ln>
              </p:spPr>
            </p:sp>
            <p:cxnSp>
              <p:nvCxnSpPr>
                <p:cNvPr id="96" name="A Inversion/Retained evidence/Kernel::Representative kernel col 1">
                  <a:extLst>
                    <a:ext uri="{FF2B5EF4-FFF2-40B4-BE49-F238E27FC236}">
                      <ns2:creationId id="{3DF1D7E4-7C0C-4B9D-84D6-CB2C486F5158}"/>
                    </a:ext>
                  </a:extLst>
                </p:cNvPr>
                <p:cNvCxnSpPr/>
                <p:nvPr/>
              </p:nvCxnSpPr>
              <p:spPr>
                <a:xfrm flipH="0" flipV="0">
                  <a:off x="1753418" y="921797"/>
                  <a:ext cx="0" cy="236016"/>
                </a:xfrm>
                <a:prstGeom prst="straightConnector1">
                  <a:avLst/>
                </a:prstGeom>
                <a:ln w="2004">
                  <a:solidFill>
                    <a:srgbClr val="B4D4E9"/>
                  </a:solidFill>
                  <a:prstDash val="solid"/>
                </a:ln>
              </p:spPr>
            </p:cxnSp>
            <p:cxnSp>
              <p:nvCxnSpPr>
                <p:cNvPr id="97" name="A Inversion/Retained evidence/Kernel::Representative kernel col 2">
                  <a:extLst>
                    <a:ext uri="{FF2B5EF4-FFF2-40B4-BE49-F238E27FC236}">
                      <ns2:creationId id="{DBB5C892-C0BE-4B0C-80B1-6A04EDF90808}"/>
                    </a:ext>
                  </a:extLst>
                </p:cNvPr>
                <p:cNvCxnSpPr/>
                <p:nvPr/>
              </p:nvCxnSpPr>
              <p:spPr>
                <a:xfrm flipH="0" flipV="0">
                  <a:off x="1787930" y="921797"/>
                  <a:ext cx="0" cy="236016"/>
                </a:xfrm>
                <a:prstGeom prst="straightConnector1">
                  <a:avLst/>
                </a:prstGeom>
                <a:ln w="2004">
                  <a:solidFill>
                    <a:srgbClr val="B4D4E9"/>
                  </a:solidFill>
                  <a:prstDash val="solid"/>
                </a:ln>
              </p:spPr>
            </p:cxnSp>
            <p:cxnSp>
              <p:nvCxnSpPr>
                <p:cNvPr id="98" name="A Inversion/Retained evidence/Kernel::Representative kernel col 3">
                  <a:extLst>
                    <a:ext uri="{FF2B5EF4-FFF2-40B4-BE49-F238E27FC236}">
                      <ns2:creationId id="{4B127401-E069-4BAD-A196-CB6235F61BAE}"/>
                    </a:ext>
                  </a:extLst>
                </p:cNvPr>
                <p:cNvCxnSpPr/>
                <p:nvPr/>
              </p:nvCxnSpPr>
              <p:spPr>
                <a:xfrm flipH="0" flipV="0">
                  <a:off x="1822441" y="921797"/>
                  <a:ext cx="0" cy="236016"/>
                </a:xfrm>
                <a:prstGeom prst="straightConnector1">
                  <a:avLst/>
                </a:prstGeom>
                <a:ln w="2004">
                  <a:solidFill>
                    <a:srgbClr val="B4D4E9"/>
                  </a:solidFill>
                  <a:prstDash val="solid"/>
                </a:ln>
              </p:spPr>
            </p:cxnSp>
            <p:cxnSp>
              <p:nvCxnSpPr>
                <p:cNvPr id="99" name="A Inversion/Retained evidence/Kernel::Representative kernel col 4">
                  <a:extLst>
                    <a:ext uri="{FF2B5EF4-FFF2-40B4-BE49-F238E27FC236}">
                      <ns2:creationId id="{A3DB9B5F-7922-4359-AD9D-A3746138D34D}"/>
                    </a:ext>
                  </a:extLst>
                </p:cNvPr>
                <p:cNvCxnSpPr/>
                <p:nvPr/>
              </p:nvCxnSpPr>
              <p:spPr>
                <a:xfrm flipH="0" flipV="0">
                  <a:off x="1856953" y="921797"/>
                  <a:ext cx="0" cy="236016"/>
                </a:xfrm>
                <a:prstGeom prst="straightConnector1">
                  <a:avLst/>
                </a:prstGeom>
                <a:ln w="2004">
                  <a:solidFill>
                    <a:srgbClr val="B4D4E9"/>
                  </a:solidFill>
                  <a:prstDash val="solid"/>
                </a:ln>
              </p:spPr>
            </p:cxnSp>
            <p:cxnSp>
              <p:nvCxnSpPr>
                <p:cNvPr id="100" name="A Inversion/Retained evidence/Kernel::Representative kernel col 5">
                  <a:extLst>
                    <a:ext uri="{FF2B5EF4-FFF2-40B4-BE49-F238E27FC236}">
                      <ns2:creationId id="{0837FFA7-8692-4518-9C44-9E9E172A6E69}"/>
                    </a:ext>
                  </a:extLst>
                </p:cNvPr>
                <p:cNvCxnSpPr/>
                <p:nvPr/>
              </p:nvCxnSpPr>
              <p:spPr>
                <a:xfrm flipH="0" flipV="0">
                  <a:off x="1891465" y="921797"/>
                  <a:ext cx="0" cy="236016"/>
                </a:xfrm>
                <a:prstGeom prst="straightConnector1">
                  <a:avLst/>
                </a:prstGeom>
                <a:ln w="2004">
                  <a:solidFill>
                    <a:srgbClr val="B4D4E9"/>
                  </a:solidFill>
                  <a:prstDash val="solid"/>
                </a:ln>
              </p:spPr>
            </p:cxnSp>
            <p:cxnSp>
              <p:nvCxnSpPr>
                <p:cNvPr id="101" name="A Inversion/Retained evidence/Kernel::Representative kernel col 6">
                  <a:extLst>
                    <a:ext uri="{FF2B5EF4-FFF2-40B4-BE49-F238E27FC236}">
                      <ns2:creationId id="{23D32BD3-2CEB-4E1B-9FC5-CB6DD2E090DC}"/>
                    </a:ext>
                  </a:extLst>
                </p:cNvPr>
                <p:cNvCxnSpPr/>
                <p:nvPr/>
              </p:nvCxnSpPr>
              <p:spPr>
                <a:xfrm flipH="0" flipV="0">
                  <a:off x="1925977" y="921797"/>
                  <a:ext cx="0" cy="236016"/>
                </a:xfrm>
                <a:prstGeom prst="straightConnector1">
                  <a:avLst/>
                </a:prstGeom>
                <a:ln w="2004">
                  <a:solidFill>
                    <a:srgbClr val="B4D4E9"/>
                  </a:solidFill>
                  <a:prstDash val="solid"/>
                </a:ln>
              </p:spPr>
            </p:cxnSp>
            <p:cxnSp>
              <p:nvCxnSpPr>
                <p:cNvPr id="102" name="A Inversion/Retained evidence/Kernel::Representative kernel col 7">
                  <a:extLst>
                    <a:ext uri="{FF2B5EF4-FFF2-40B4-BE49-F238E27FC236}">
                      <ns2:creationId id="{D0225799-FD88-48C1-85CB-FB71B328C6DE}"/>
                    </a:ext>
                  </a:extLst>
                </p:cNvPr>
                <p:cNvCxnSpPr/>
                <p:nvPr/>
              </p:nvCxnSpPr>
              <p:spPr>
                <a:xfrm flipH="0" flipV="0">
                  <a:off x="1960488" y="921797"/>
                  <a:ext cx="0" cy="236016"/>
                </a:xfrm>
                <a:prstGeom prst="straightConnector1">
                  <a:avLst/>
                </a:prstGeom>
                <a:ln w="2004">
                  <a:solidFill>
                    <a:srgbClr val="B4D4E9"/>
                  </a:solidFill>
                  <a:prstDash val="solid"/>
                </a:ln>
              </p:spPr>
            </p:cxnSp>
            <p:cxnSp>
              <p:nvCxnSpPr>
                <p:cNvPr id="103" name="A Inversion/Retained evidence/Kernel::Representative kernel row 1">
                  <a:extLst>
                    <a:ext uri="{FF2B5EF4-FFF2-40B4-BE49-F238E27FC236}">
                      <ns2:creationId id="{370EFFA0-6F1F-46B2-9E06-3910F6172767}"/>
                    </a:ext>
                  </a:extLst>
                </p:cNvPr>
                <p:cNvCxnSpPr/>
                <p:nvPr/>
              </p:nvCxnSpPr>
              <p:spPr>
                <a:xfrm flipH="0" flipV="0">
                  <a:off x="1718906" y="951299"/>
                  <a:ext cx="276094" cy="0"/>
                </a:xfrm>
                <a:prstGeom prst="straightConnector1">
                  <a:avLst/>
                </a:prstGeom>
                <a:ln w="2004">
                  <a:solidFill>
                    <a:srgbClr val="B4D4E9"/>
                  </a:solidFill>
                  <a:prstDash val="solid"/>
                </a:ln>
              </p:spPr>
            </p:cxnSp>
            <p:cxnSp>
              <p:nvCxnSpPr>
                <p:cNvPr id="104" name="A Inversion/Retained evidence/Kernel::Representative kernel row 2">
                  <a:extLst>
                    <a:ext uri="{FF2B5EF4-FFF2-40B4-BE49-F238E27FC236}">
                      <ns2:creationId id="{047B1372-CEC6-4BE7-A274-6A718866F2C9}"/>
                    </a:ext>
                  </a:extLst>
                </p:cNvPr>
                <p:cNvCxnSpPr/>
                <p:nvPr/>
              </p:nvCxnSpPr>
              <p:spPr>
                <a:xfrm flipH="0" flipV="0">
                  <a:off x="1718906" y="980801"/>
                  <a:ext cx="276094" cy="0"/>
                </a:xfrm>
                <a:prstGeom prst="straightConnector1">
                  <a:avLst/>
                </a:prstGeom>
                <a:ln w="2004">
                  <a:solidFill>
                    <a:srgbClr val="B4D4E9"/>
                  </a:solidFill>
                  <a:prstDash val="solid"/>
                </a:ln>
              </p:spPr>
            </p:cxnSp>
            <p:cxnSp>
              <p:nvCxnSpPr>
                <p:cNvPr id="105" name="A Inversion/Retained evidence/Kernel::Representative kernel row 3">
                  <a:extLst>
                    <a:ext uri="{FF2B5EF4-FFF2-40B4-BE49-F238E27FC236}">
                      <ns2:creationId id="{24BA97FE-186F-46FC-8718-0A776B18A3F4}"/>
                    </a:ext>
                  </a:extLst>
                </p:cNvPr>
                <p:cNvCxnSpPr/>
                <p:nvPr/>
              </p:nvCxnSpPr>
              <p:spPr>
                <a:xfrm flipH="0" flipV="0">
                  <a:off x="1718906" y="1010303"/>
                  <a:ext cx="276094" cy="0"/>
                </a:xfrm>
                <a:prstGeom prst="straightConnector1">
                  <a:avLst/>
                </a:prstGeom>
                <a:ln w="2004">
                  <a:solidFill>
                    <a:srgbClr val="B4D4E9"/>
                  </a:solidFill>
                  <a:prstDash val="solid"/>
                </a:ln>
              </p:spPr>
            </p:cxnSp>
            <p:cxnSp>
              <p:nvCxnSpPr>
                <p:cNvPr id="106" name="A Inversion/Retained evidence/Kernel::Representative kernel row 4">
                  <a:extLst>
                    <a:ext uri="{FF2B5EF4-FFF2-40B4-BE49-F238E27FC236}">
                      <ns2:creationId id="{EBADB347-954B-4DF8-8C9B-B0DE5D3382BD}"/>
                    </a:ext>
                  </a:extLst>
                </p:cNvPr>
                <p:cNvCxnSpPr/>
                <p:nvPr/>
              </p:nvCxnSpPr>
              <p:spPr>
                <a:xfrm flipH="0" flipV="0">
                  <a:off x="1718906" y="1039805"/>
                  <a:ext cx="276094" cy="0"/>
                </a:xfrm>
                <a:prstGeom prst="straightConnector1">
                  <a:avLst/>
                </a:prstGeom>
                <a:ln w="2004">
                  <a:solidFill>
                    <a:srgbClr val="B4D4E9"/>
                  </a:solidFill>
                  <a:prstDash val="solid"/>
                </a:ln>
              </p:spPr>
            </p:cxnSp>
            <p:cxnSp>
              <p:nvCxnSpPr>
                <p:cNvPr id="107" name="A Inversion/Retained evidence/Kernel::Representative kernel row 5">
                  <a:extLst>
                    <a:ext uri="{FF2B5EF4-FFF2-40B4-BE49-F238E27FC236}">
                      <ns2:creationId id="{194324F5-85FD-474D-A7BC-542F058D1F6B}"/>
                    </a:ext>
                  </a:extLst>
                </p:cNvPr>
                <p:cNvCxnSpPr/>
                <p:nvPr/>
              </p:nvCxnSpPr>
              <p:spPr>
                <a:xfrm flipH="0" flipV="0">
                  <a:off x="1718906" y="1069307"/>
                  <a:ext cx="276094" cy="0"/>
                </a:xfrm>
                <a:prstGeom prst="straightConnector1">
                  <a:avLst/>
                </a:prstGeom>
                <a:ln w="2004">
                  <a:solidFill>
                    <a:srgbClr val="B4D4E9"/>
                  </a:solidFill>
                  <a:prstDash val="solid"/>
                </a:ln>
              </p:spPr>
            </p:cxnSp>
            <p:cxnSp>
              <p:nvCxnSpPr>
                <p:cNvPr id="108" name="A Inversion/Retained evidence/Kernel::Representative kernel row 6">
                  <a:extLst>
                    <a:ext uri="{FF2B5EF4-FFF2-40B4-BE49-F238E27FC236}">
                      <ns2:creationId id="{909C2DA6-6EA2-478E-A641-4322C6168E5E}"/>
                    </a:ext>
                  </a:extLst>
                </p:cNvPr>
                <p:cNvCxnSpPr/>
                <p:nvPr/>
              </p:nvCxnSpPr>
              <p:spPr>
                <a:xfrm flipH="0" flipV="0">
                  <a:off x="1718906" y="1098809"/>
                  <a:ext cx="276094" cy="0"/>
                </a:xfrm>
                <a:prstGeom prst="straightConnector1">
                  <a:avLst/>
                </a:prstGeom>
                <a:ln w="2004">
                  <a:solidFill>
                    <a:srgbClr val="B4D4E9"/>
                  </a:solidFill>
                  <a:prstDash val="solid"/>
                </a:ln>
              </p:spPr>
            </p:cxnSp>
            <p:cxnSp>
              <p:nvCxnSpPr>
                <p:cNvPr id="109" name="A Inversion/Retained evidence/Kernel::Representative kernel row 7">
                  <a:extLst>
                    <a:ext uri="{FF2B5EF4-FFF2-40B4-BE49-F238E27FC236}">
                      <ns2:creationId id="{D70125D1-FBD1-4BFC-8CEE-5B9150D396A4}"/>
                    </a:ext>
                  </a:extLst>
                </p:cNvPr>
                <p:cNvCxnSpPr/>
                <p:nvPr/>
              </p:nvCxnSpPr>
              <p:spPr>
                <a:xfrm flipH="0" flipV="0">
                  <a:off x="1718906" y="1128311"/>
                  <a:ext cx="276094" cy="0"/>
                </a:xfrm>
                <a:prstGeom prst="straightConnector1">
                  <a:avLst/>
                </a:prstGeom>
                <a:ln w="2004">
                  <a:solidFill>
                    <a:srgbClr val="B4D4E9"/>
                  </a:solidFill>
                  <a:prstDash val="solid"/>
                </a:ln>
              </p:spPr>
            </p:cxnSp>
            <p:sp>
              <p:nvSpPr>
                <p:cNvPr id="110" name="A Inversion/Retained evidence/Kernel::Kernel label-0">
                  <a:extLst>
                    <a:ext uri="{FF2B5EF4-FFF2-40B4-BE49-F238E27FC236}">
                      <ns2:creationId id="{54B559CD-C71F-4F71-B3DF-4A13D0E8978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040066" y="990749"/>
                  <a:ext cx="229158" cy="99572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>
                  <a:defPPr algn="l">
                    <a:defRPr sz="603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>
                  <a:pPr algn="l">
                    <a:lnSpc>
                      <a:spcPct val="100000"/>
                    </a:lnSpc>
                    <a:buNone/>
                    <a:defRPr sz="603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603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rPr>
                    <a:t>Kernel </a:t>
                  </a:r>
                </a:p>
              </p:txBody>
            </p:sp>
            <p:sp>
              <p:nvSpPr>
                <p:cNvPr id="111" name="A Inversion/Retained evidence/Kernel::Kernel label-1">
                  <a:extLst>
                    <a:ext uri="{FF2B5EF4-FFF2-40B4-BE49-F238E27FC236}">
                      <ns2:creationId id="{613BBB69-76E9-4962-B542-11F0129CF219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267977" y="990749"/>
                  <a:ext cx="52814" cy="99572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>
                  <a:defPPr algn="l">
                    <a:defRPr sz="603" b="0" i="1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>
                  <a:pPr algn="l">
                    <a:lnSpc>
                      <a:spcPct val="100000"/>
                    </a:lnSpc>
                    <a:buNone/>
                    <a:defRPr sz="603" b="0" i="1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603" b="0" i="1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rPr>
                    <a:t>K</a:t>
                  </a:r>
                </a:p>
              </p:txBody>
            </p:sp>
          </p:grpSp>
          <p:grpSp>
            <p:nvGrpSpPr>
              <p:cNvPr id="586" name="Noise"/>
              <p:cNvGrpSpPr/>
              <p:nvPr/>
            </p:nvGrpSpPr>
            <p:grpSpPr>
              <a:xfrm>
                <a:off x="1661016" y="1193438"/>
                <a:ext cx="712500" cy="289453"/>
                <a:chOff x="1661016" y="1193438"/>
                <a:chExt cx="712500" cy="289453"/>
              </a:xfrm>
            </p:grpSpPr>
            <p:sp>
              <p:nvSpPr>
                <p:cNvPr id="112" name="A Inversion/Retained evidence/Noise::Noise card">
                  <a:extLst>
                    <a:ext uri="{FF2B5EF4-FFF2-40B4-BE49-F238E27FC236}">
                      <ns2:creationId id="{1BB74781-57FC-40F7-BF96-CB0D613F4B07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661016" y="1193438"/>
                  <a:ext cx="712500" cy="289453"/>
                </a:xfrm>
                <a:prstGeom prst="roundRect">
                  <a:avLst>
                    <a:gd name="adj" fmla="val 10769"/>
                  </a:avLst>
                </a:prstGeom>
                <a:gradFill>
                  <a:gsLst>
                    <a:gs pos="0">
                      <a:srgbClr val="FFFFFF"/>
                    </a:gs>
                    <a:gs pos="100000">
                      <a:srgbClr val="E6F3FF"/>
                    </a:gs>
                  </a:gsLst>
                  <a:lin ang="5400000"/>
                </a:gradFill>
                <a:ln w="4898">
                  <a:solidFill>
                    <a:srgbClr val="74AEE0"/>
                  </a:solidFill>
                </a:ln>
              </p:spPr>
            </p:sp>
            <p:sp>
              <p:nvSpPr>
                <p:cNvPr id="113" name="A Inversion/Retained evidence/Noise::Covariance symbol">
                  <a:extLst>
                    <a:ext uri="{FF2B5EF4-FFF2-40B4-BE49-F238E27FC236}">
                      <ns2:creationId id="{8CC254A1-5F34-48A4-9A74-48D3FD8EE56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1220156"/>
                  <a:ext cx="276094" cy="236016"/>
                </a:xfrm>
                <a:prstGeom prst="rect">
                  <a:avLst/>
                </a:prstGeom>
                <a:gradFill>
                  <a:gsLst>
                    <a:gs pos="0">
                      <a:srgbClr val="FCFEFF"/>
                    </a:gs>
                    <a:gs pos="100000">
                      <a:srgbClr val="C4E2FA"/>
                    </a:gs>
                  </a:gsLst>
                  <a:lin ang="4800000"/>
                </a:gradFill>
                <a:ln w="2895">
                  <a:solidFill>
                    <a:srgbClr val="C8D6E2"/>
                  </a:solidFill>
                </a:ln>
              </p:spPr>
            </p:sp>
            <p:sp>
              <p:nvSpPr>
                <p:cNvPr id="114" name="A Inversion/Retained evidence/Noise::Covariance symbol cell 0 0">
                  <a:extLst>
                    <a:ext uri="{FF2B5EF4-FFF2-40B4-BE49-F238E27FC236}">
                      <ns2:creationId id="{7ECF8FE2-4C13-4291-AB7C-C7F8A252DA36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1426670"/>
                  <a:ext cx="34512" cy="29502"/>
                </a:xfrm>
                <a:prstGeom prst="rect">
                  <a:avLst/>
                </a:prstGeom>
                <a:solidFill>
                  <a:srgbClr val="1E6C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15" name="A Inversion/Retained evidence/Noise::Covariance symbol cell 0 1">
                  <a:extLst>
                    <a:ext uri="{FF2B5EF4-FFF2-40B4-BE49-F238E27FC236}">
                      <ns2:creationId id="{2A0C7403-FF8D-4286-8BEB-2BB1E52C9414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53418" y="1426670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16" name="A Inversion/Retained evidence/Noise::Covariance symbol cell 0 2">
                  <a:extLst>
                    <a:ext uri="{FF2B5EF4-FFF2-40B4-BE49-F238E27FC236}">
                      <ns2:creationId id="{742B7CBD-BEF8-4833-9B80-CA8DC98D7B9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7930" y="1426670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17" name="A Inversion/Retained evidence/Noise::Covariance symbol cell 0 3">
                  <a:extLst>
                    <a:ext uri="{FF2B5EF4-FFF2-40B4-BE49-F238E27FC236}">
                      <ns2:creationId id="{6CD17044-460F-4CB7-9DD7-21862376FD78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22441" y="1426670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18" name="A Inversion/Retained evidence/Noise::Covariance symbol cell 0 4">
                  <a:extLst>
                    <a:ext uri="{FF2B5EF4-FFF2-40B4-BE49-F238E27FC236}">
                      <ns2:creationId id="{92579175-8290-4E89-84B0-89A60390C67A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56953" y="1426670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19" name="A Inversion/Retained evidence/Noise::Covariance symbol cell 0 5">
                  <a:extLst>
                    <a:ext uri="{FF2B5EF4-FFF2-40B4-BE49-F238E27FC236}">
                      <ns2:creationId id="{27B85F57-9CCA-4118-9D33-DE6B6D319786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91465" y="1426670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20" name="A Inversion/Retained evidence/Noise::Covariance symbol cell 0 6">
                  <a:extLst>
                    <a:ext uri="{FF2B5EF4-FFF2-40B4-BE49-F238E27FC236}">
                      <ns2:creationId id="{437A5C6F-8528-4CA3-B6A9-A7800B773E3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25977" y="1426670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21" name="A Inversion/Retained evidence/Noise::Covariance symbol cell 0 7">
                  <a:extLst>
                    <a:ext uri="{FF2B5EF4-FFF2-40B4-BE49-F238E27FC236}">
                      <ns2:creationId id="{F8C4DB03-B361-4E19-8490-E60F5F9D7F76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60488" y="1426670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22" name="A Inversion/Retained evidence/Noise::Covariance symbol cell 1 0">
                  <a:extLst>
                    <a:ext uri="{FF2B5EF4-FFF2-40B4-BE49-F238E27FC236}">
                      <ns2:creationId id="{087C33EA-7655-4C8C-91E4-4B65C9BBF43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1397168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23" name="A Inversion/Retained evidence/Noise::Covariance symbol cell 1 1">
                  <a:extLst>
                    <a:ext uri="{FF2B5EF4-FFF2-40B4-BE49-F238E27FC236}">
                      <ns2:creationId id="{876DE711-C990-4FEA-A75E-00EF4E6E491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53418" y="1397168"/>
                  <a:ext cx="34512" cy="29502"/>
                </a:xfrm>
                <a:prstGeom prst="rect">
                  <a:avLst/>
                </a:prstGeom>
                <a:solidFill>
                  <a:srgbClr val="1E6C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24" name="A Inversion/Retained evidence/Noise::Covariance symbol cell 1 2">
                  <a:extLst>
                    <a:ext uri="{FF2B5EF4-FFF2-40B4-BE49-F238E27FC236}">
                      <ns2:creationId id="{EE86BF0C-8B39-4189-AE5E-61A2811C85D3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7930" y="1397168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25" name="A Inversion/Retained evidence/Noise::Covariance symbol cell 1 3">
                  <a:extLst>
                    <a:ext uri="{FF2B5EF4-FFF2-40B4-BE49-F238E27FC236}">
                      <ns2:creationId id="{9C82B3D3-6D3D-41EE-8FA3-D20C95E88A17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22441" y="1397168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26" name="A Inversion/Retained evidence/Noise::Covariance symbol cell 1 4">
                  <a:extLst>
                    <a:ext uri="{FF2B5EF4-FFF2-40B4-BE49-F238E27FC236}">
                      <ns2:creationId id="{5B706718-6977-488E-89EE-0F654F55D419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56953" y="1397168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27" name="A Inversion/Retained evidence/Noise::Covariance symbol cell 1 5">
                  <a:extLst>
                    <a:ext uri="{FF2B5EF4-FFF2-40B4-BE49-F238E27FC236}">
                      <ns2:creationId id="{B1EB9AAD-9EA9-4BA1-94DD-6DBEAC586CF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91465" y="1397168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28" name="A Inversion/Retained evidence/Noise::Covariance symbol cell 1 6">
                  <a:extLst>
                    <a:ext uri="{FF2B5EF4-FFF2-40B4-BE49-F238E27FC236}">
                      <ns2:creationId id="{09827FCF-208D-4A4D-8B64-0D59FADA21DA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25977" y="1397168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29" name="A Inversion/Retained evidence/Noise::Covariance symbol cell 1 7">
                  <a:extLst>
                    <a:ext uri="{FF2B5EF4-FFF2-40B4-BE49-F238E27FC236}">
                      <ns2:creationId id="{BF57A7E6-3152-49C9-967C-9B3C5C73C974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60488" y="1397168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30" name="A Inversion/Retained evidence/Noise::Covariance symbol cell 2 0">
                  <a:extLst>
                    <a:ext uri="{FF2B5EF4-FFF2-40B4-BE49-F238E27FC236}">
                      <ns2:creationId id="{93D89012-EE4C-4440-8598-23925FAC6EF1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1367666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31" name="A Inversion/Retained evidence/Noise::Covariance symbol cell 2 1">
                  <a:extLst>
                    <a:ext uri="{FF2B5EF4-FFF2-40B4-BE49-F238E27FC236}">
                      <ns2:creationId id="{8F84EAFA-D2A9-41B0-B940-08C4015C41A3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53418" y="1367666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32" name="A Inversion/Retained evidence/Noise::Covariance symbol cell 2 2">
                  <a:extLst>
                    <a:ext uri="{FF2B5EF4-FFF2-40B4-BE49-F238E27FC236}">
                      <ns2:creationId id="{6C2E8F6E-4F50-4617-883A-C41CF424DFE4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7930" y="1367666"/>
                  <a:ext cx="34512" cy="29502"/>
                </a:xfrm>
                <a:prstGeom prst="rect">
                  <a:avLst/>
                </a:prstGeom>
                <a:solidFill>
                  <a:srgbClr val="1E6C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33" name="A Inversion/Retained evidence/Noise::Covariance symbol cell 2 3">
                  <a:extLst>
                    <a:ext uri="{FF2B5EF4-FFF2-40B4-BE49-F238E27FC236}">
                      <ns2:creationId id="{3AB51EA8-138A-4731-9801-958E9D428DD6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22441" y="1367666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34" name="A Inversion/Retained evidence/Noise::Covariance symbol cell 2 4">
                  <a:extLst>
                    <a:ext uri="{FF2B5EF4-FFF2-40B4-BE49-F238E27FC236}">
                      <ns2:creationId id="{BF7D02F8-5FDF-4D07-9A60-07B3BB0D1A40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56953" y="1367666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35" name="A Inversion/Retained evidence/Noise::Covariance symbol cell 2 5">
                  <a:extLst>
                    <a:ext uri="{FF2B5EF4-FFF2-40B4-BE49-F238E27FC236}">
                      <ns2:creationId id="{0D04EC86-68E4-4E33-AEE5-6108B223850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91465" y="1367666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36" name="A Inversion/Retained evidence/Noise::Covariance symbol cell 2 6">
                  <a:extLst>
                    <a:ext uri="{FF2B5EF4-FFF2-40B4-BE49-F238E27FC236}">
                      <ns2:creationId id="{4EDA2AC8-68BA-4A6E-934C-CCFFCB86ED4A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25977" y="1367666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37" name="A Inversion/Retained evidence/Noise::Covariance symbol cell 2 7">
                  <a:extLst>
                    <a:ext uri="{FF2B5EF4-FFF2-40B4-BE49-F238E27FC236}">
                      <ns2:creationId id="{DD1291DB-8982-4446-A10C-738F60E3B54A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60488" y="1367666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38" name="A Inversion/Retained evidence/Noise::Covariance symbol cell 3 0">
                  <a:extLst>
                    <a:ext uri="{FF2B5EF4-FFF2-40B4-BE49-F238E27FC236}">
                      <ns2:creationId id="{2BDA0A1B-FB15-4D32-9CE6-3EC4D28E244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1338164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39" name="A Inversion/Retained evidence/Noise::Covariance symbol cell 3 1">
                  <a:extLst>
                    <a:ext uri="{FF2B5EF4-FFF2-40B4-BE49-F238E27FC236}">
                      <ns2:creationId id="{92F8B712-4704-4684-8113-91BC97D257C8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53418" y="1338164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40" name="A Inversion/Retained evidence/Noise::Covariance symbol cell 3 2">
                  <a:extLst>
                    <a:ext uri="{FF2B5EF4-FFF2-40B4-BE49-F238E27FC236}">
                      <ns2:creationId id="{64ABC74C-8FB2-427E-BFFE-B5D3FA4950B5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7930" y="1338164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41" name="A Inversion/Retained evidence/Noise::Covariance symbol cell 3 3">
                  <a:extLst>
                    <a:ext uri="{FF2B5EF4-FFF2-40B4-BE49-F238E27FC236}">
                      <ns2:creationId id="{CAC27FD4-8E90-4BB8-BBEC-2BF8C81BE08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22441" y="1338164"/>
                  <a:ext cx="34512" cy="29502"/>
                </a:xfrm>
                <a:prstGeom prst="rect">
                  <a:avLst/>
                </a:prstGeom>
                <a:solidFill>
                  <a:srgbClr val="1E6C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42" name="A Inversion/Retained evidence/Noise::Covariance symbol cell 3 4">
                  <a:extLst>
                    <a:ext uri="{FF2B5EF4-FFF2-40B4-BE49-F238E27FC236}">
                      <ns2:creationId id="{FD27F7DD-4486-4359-AED3-966C92A57B08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56953" y="1338164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43" name="A Inversion/Retained evidence/Noise::Covariance symbol cell 3 5">
                  <a:extLst>
                    <a:ext uri="{FF2B5EF4-FFF2-40B4-BE49-F238E27FC236}">
                      <ns2:creationId id="{353DA4C7-4935-4DAC-BE2B-6F5F870035FA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91465" y="1338164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44" name="A Inversion/Retained evidence/Noise::Covariance symbol cell 3 6">
                  <a:extLst>
                    <a:ext uri="{FF2B5EF4-FFF2-40B4-BE49-F238E27FC236}">
                      <ns2:creationId id="{8D7F42BB-3E5D-4DFA-AED4-2B923E24BC90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25977" y="1338164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45" name="A Inversion/Retained evidence/Noise::Covariance symbol cell 3 7">
                  <a:extLst>
                    <a:ext uri="{FF2B5EF4-FFF2-40B4-BE49-F238E27FC236}">
                      <ns2:creationId id="{7EC48870-F715-4018-9F64-854EFCBFB194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60488" y="1338164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46" name="A Inversion/Retained evidence/Noise::Covariance symbol cell 4 0">
                  <a:extLst>
                    <a:ext uri="{FF2B5EF4-FFF2-40B4-BE49-F238E27FC236}">
                      <ns2:creationId id="{7F38CB6F-7D5D-408D-A8B3-C0420BB013F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1308662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47" name="A Inversion/Retained evidence/Noise::Covariance symbol cell 4 1">
                  <a:extLst>
                    <a:ext uri="{FF2B5EF4-FFF2-40B4-BE49-F238E27FC236}">
                      <ns2:creationId id="{40AF9536-A3DD-4FD3-AFC7-C44121D9C41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53418" y="1308662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48" name="A Inversion/Retained evidence/Noise::Covariance symbol cell 4 2">
                  <a:extLst>
                    <a:ext uri="{FF2B5EF4-FFF2-40B4-BE49-F238E27FC236}">
                      <ns2:creationId id="{7B08A221-2F2E-4465-87C0-C2E95E370340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7930" y="1308662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49" name="A Inversion/Retained evidence/Noise::Covariance symbol cell 4 3">
                  <a:extLst>
                    <a:ext uri="{FF2B5EF4-FFF2-40B4-BE49-F238E27FC236}">
                      <ns2:creationId id="{D0E05027-6864-4D4C-AE23-ED6BA43AD44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22441" y="1308662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50" name="A Inversion/Retained evidence/Noise::Covariance symbol cell 4 4">
                  <a:extLst>
                    <a:ext uri="{FF2B5EF4-FFF2-40B4-BE49-F238E27FC236}">
                      <ns2:creationId id="{65B114C9-B85E-4007-99D0-9FA36CD8255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56953" y="1308662"/>
                  <a:ext cx="34512" cy="29502"/>
                </a:xfrm>
                <a:prstGeom prst="rect">
                  <a:avLst/>
                </a:prstGeom>
                <a:solidFill>
                  <a:srgbClr val="1E6C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51" name="A Inversion/Retained evidence/Noise::Covariance symbol cell 4 5">
                  <a:extLst>
                    <a:ext uri="{FF2B5EF4-FFF2-40B4-BE49-F238E27FC236}">
                      <ns2:creationId id="{B68A3C56-6D44-4255-BE09-E18D657E4AF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91465" y="1308662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52" name="A Inversion/Retained evidence/Noise::Covariance symbol cell 4 6">
                  <a:extLst>
                    <a:ext uri="{FF2B5EF4-FFF2-40B4-BE49-F238E27FC236}">
                      <ns2:creationId id="{F66F00F4-F34E-463D-BE0B-02680E18578C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25977" y="1308662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53" name="A Inversion/Retained evidence/Noise::Covariance symbol cell 4 7">
                  <a:extLst>
                    <a:ext uri="{FF2B5EF4-FFF2-40B4-BE49-F238E27FC236}">
                      <ns2:creationId id="{A4F24840-A59E-4338-A2B7-061FBB746C76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60488" y="1308662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54" name="A Inversion/Retained evidence/Noise::Covariance symbol cell 5 0">
                  <a:extLst>
                    <a:ext uri="{FF2B5EF4-FFF2-40B4-BE49-F238E27FC236}">
                      <ns2:creationId id="{19075F1B-445F-40BF-8A50-84ABA1B0A2DA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1279160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55" name="A Inversion/Retained evidence/Noise::Covariance symbol cell 5 1">
                  <a:extLst>
                    <a:ext uri="{FF2B5EF4-FFF2-40B4-BE49-F238E27FC236}">
                      <ns2:creationId id="{809B20EE-9565-41F5-ACD6-04132F71AE9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53418" y="1279160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56" name="A Inversion/Retained evidence/Noise::Covariance symbol cell 5 2">
                  <a:extLst>
                    <a:ext uri="{FF2B5EF4-FFF2-40B4-BE49-F238E27FC236}">
                      <ns2:creationId id="{E3182BFC-57F4-44F0-8600-B6F418D6003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7930" y="1279160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57" name="A Inversion/Retained evidence/Noise::Covariance symbol cell 5 3">
                  <a:extLst>
                    <a:ext uri="{FF2B5EF4-FFF2-40B4-BE49-F238E27FC236}">
                      <ns2:creationId id="{094F891D-D00E-4826-A5D4-C741ECF7C88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22441" y="1279160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58" name="A Inversion/Retained evidence/Noise::Covariance symbol cell 5 4">
                  <a:extLst>
                    <a:ext uri="{FF2B5EF4-FFF2-40B4-BE49-F238E27FC236}">
                      <ns2:creationId id="{A1602D8B-8EB4-4BBB-859D-0769F9286FB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56953" y="1279160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59" name="A Inversion/Retained evidence/Noise::Covariance symbol cell 5 5">
                  <a:extLst>
                    <a:ext uri="{FF2B5EF4-FFF2-40B4-BE49-F238E27FC236}">
                      <ns2:creationId id="{49145E93-6036-4C71-92DF-1A2ED60131A5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91465" y="1279160"/>
                  <a:ext cx="34512" cy="29502"/>
                </a:xfrm>
                <a:prstGeom prst="rect">
                  <a:avLst/>
                </a:prstGeom>
                <a:solidFill>
                  <a:srgbClr val="1E6C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60" name="A Inversion/Retained evidence/Noise::Covariance symbol cell 5 6">
                  <a:extLst>
                    <a:ext uri="{FF2B5EF4-FFF2-40B4-BE49-F238E27FC236}">
                      <ns2:creationId id="{A0090B4C-F00C-403A-90FD-BFA0B376B1E5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25977" y="1279160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61" name="A Inversion/Retained evidence/Noise::Covariance symbol cell 5 7">
                  <a:extLst>
                    <a:ext uri="{FF2B5EF4-FFF2-40B4-BE49-F238E27FC236}">
                      <ns2:creationId id="{D9514FBC-0BE5-40EE-B5B8-3D487668E88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60488" y="1279160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62" name="A Inversion/Retained evidence/Noise::Covariance symbol cell 6 0">
                  <a:extLst>
                    <a:ext uri="{FF2B5EF4-FFF2-40B4-BE49-F238E27FC236}">
                      <ns2:creationId id="{B139E81C-89B7-4269-9978-CC44A8F40978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1249658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63" name="A Inversion/Retained evidence/Noise::Covariance symbol cell 6 1">
                  <a:extLst>
                    <a:ext uri="{FF2B5EF4-FFF2-40B4-BE49-F238E27FC236}">
                      <ns2:creationId id="{15C86043-1427-4ABD-B8BC-E8E0FCB9CBA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53418" y="1249658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64" name="A Inversion/Retained evidence/Noise::Covariance symbol cell 6 2">
                  <a:extLst>
                    <a:ext uri="{FF2B5EF4-FFF2-40B4-BE49-F238E27FC236}">
                      <ns2:creationId id="{BE7AEA00-9054-4404-936A-DFBB7E9B7314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7930" y="1249658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65" name="A Inversion/Retained evidence/Noise::Covariance symbol cell 6 3">
                  <a:extLst>
                    <a:ext uri="{FF2B5EF4-FFF2-40B4-BE49-F238E27FC236}">
                      <ns2:creationId id="{CD00704D-9B06-4D0A-B181-F2DD16A7DFF5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22441" y="1249658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66" name="A Inversion/Retained evidence/Noise::Covariance symbol cell 6 4">
                  <a:extLst>
                    <a:ext uri="{FF2B5EF4-FFF2-40B4-BE49-F238E27FC236}">
                      <ns2:creationId id="{6C0A9820-E421-4ABF-A561-8510FB199C0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56953" y="1249658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67" name="A Inversion/Retained evidence/Noise::Covariance symbol cell 6 5">
                  <a:extLst>
                    <a:ext uri="{FF2B5EF4-FFF2-40B4-BE49-F238E27FC236}">
                      <ns2:creationId id="{1E13002A-BB1F-4A97-BFC6-146AA0BCC72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91465" y="1249658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68" name="A Inversion/Retained evidence/Noise::Covariance symbol cell 6 6">
                  <a:extLst>
                    <a:ext uri="{FF2B5EF4-FFF2-40B4-BE49-F238E27FC236}">
                      <ns2:creationId id="{EC5A4E70-4DC2-4982-8E51-21B48F8BD3F6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25977" y="1249658"/>
                  <a:ext cx="34512" cy="29502"/>
                </a:xfrm>
                <a:prstGeom prst="rect">
                  <a:avLst/>
                </a:prstGeom>
                <a:solidFill>
                  <a:srgbClr val="1E6CA4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69" name="A Inversion/Retained evidence/Noise::Covariance symbol cell 6 7">
                  <a:extLst>
                    <a:ext uri="{FF2B5EF4-FFF2-40B4-BE49-F238E27FC236}">
                      <ns2:creationId id="{2DE78C97-8247-441F-A4F0-4CE91F29FAC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60488" y="1249658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70" name="A Inversion/Retained evidence/Noise::Covariance symbol cell 7 0">
                  <a:extLst>
                    <a:ext uri="{FF2B5EF4-FFF2-40B4-BE49-F238E27FC236}">
                      <ns2:creationId id="{AF5A98E7-7E08-4298-98F1-1448612320B8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18906" y="1220156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71" name="A Inversion/Retained evidence/Noise::Covariance symbol cell 7 1">
                  <a:extLst>
                    <a:ext uri="{FF2B5EF4-FFF2-40B4-BE49-F238E27FC236}">
                      <ns2:creationId id="{6A34B87D-2830-4E79-BEE9-029CD2C557C7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53418" y="1220156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72" name="A Inversion/Retained evidence/Noise::Covariance symbol cell 7 2">
                  <a:extLst>
                    <a:ext uri="{FF2B5EF4-FFF2-40B4-BE49-F238E27FC236}">
                      <ns2:creationId id="{9DE2880F-BC58-4341-A7D4-4BF8F38BAE5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7930" y="1220156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73" name="A Inversion/Retained evidence/Noise::Covariance symbol cell 7 3">
                  <a:extLst>
                    <a:ext uri="{FF2B5EF4-FFF2-40B4-BE49-F238E27FC236}">
                      <ns2:creationId id="{A1258FF9-5783-4ECB-A0D1-16B145595D97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22441" y="1220156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74" name="A Inversion/Retained evidence/Noise::Covariance symbol cell 7 4">
                  <a:extLst>
                    <a:ext uri="{FF2B5EF4-FFF2-40B4-BE49-F238E27FC236}">
                      <ns2:creationId id="{19966101-C52D-4BA2-8054-DC02676A5728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56953" y="1220156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75" name="A Inversion/Retained evidence/Noise::Covariance symbol cell 7 5">
                  <a:extLst>
                    <a:ext uri="{FF2B5EF4-FFF2-40B4-BE49-F238E27FC236}">
                      <ns2:creationId id="{8D9C61D6-EA16-4F46-869E-74E36FB3BE6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91465" y="1220156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76" name="A Inversion/Retained evidence/Noise::Covariance symbol cell 7 6">
                  <a:extLst>
                    <a:ext uri="{FF2B5EF4-FFF2-40B4-BE49-F238E27FC236}">
                      <ns2:creationId id="{8237E070-C3EC-4E2D-B9C0-B5B270CF975C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25977" y="1220156"/>
                  <a:ext cx="34512" cy="29502"/>
                </a:xfrm>
                <a:prstGeom prst="rect">
                  <a:avLst/>
                </a:prstGeom>
                <a:solidFill>
                  <a:srgbClr val="A3C4DC"/>
                </a:solidFill>
                <a:ln w="891">
                  <a:solidFill>
                    <a:srgbClr val="E2EEF7"/>
                  </a:solidFill>
                </a:ln>
              </p:spPr>
            </p:sp>
            <p:sp>
              <p:nvSpPr>
                <p:cNvPr id="177" name="A Inversion/Retained evidence/Noise::Covariance symbol cell 7 7">
                  <a:extLst>
                    <a:ext uri="{FF2B5EF4-FFF2-40B4-BE49-F238E27FC236}">
                      <ns2:creationId id="{A5C83F1A-E621-46C2-AA61-8D8834301299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960488" y="1220156"/>
                  <a:ext cx="34512" cy="29502"/>
                </a:xfrm>
                <a:prstGeom prst="rect">
                  <a:avLst/>
                </a:prstGeom>
                <a:solidFill>
                  <a:srgbClr val="1E6CA4"/>
                </a:solidFill>
                <a:ln w="891">
                  <a:solidFill>
                    <a:srgbClr val="E2EEF7"/>
                  </a:solidFill>
                </a:ln>
              </p:spPr>
            </p:sp>
            <p:cxnSp>
              <p:nvCxnSpPr>
                <p:cNvPr id="178" name="A Inversion/Retained evidence/Noise::Covariance symbol col 1">
                  <a:extLst>
                    <a:ext uri="{FF2B5EF4-FFF2-40B4-BE49-F238E27FC236}">
                      <ns2:creationId id="{D7180FA5-30DA-4F53-858A-BE390081017B}"/>
                    </a:ext>
                  </a:extLst>
                </p:cNvPr>
                <p:cNvCxnSpPr/>
                <p:nvPr/>
              </p:nvCxnSpPr>
              <p:spPr>
                <a:xfrm flipH="0" flipV="0">
                  <a:off x="1753418" y="1220156"/>
                  <a:ext cx="0" cy="236016"/>
                </a:xfrm>
                <a:prstGeom prst="straightConnector1">
                  <a:avLst/>
                </a:prstGeom>
                <a:ln w="2004">
                  <a:solidFill>
                    <a:srgbClr val="C8D6E2"/>
                  </a:solidFill>
                  <a:prstDash val="solid"/>
                </a:ln>
              </p:spPr>
            </p:cxnSp>
            <p:cxnSp>
              <p:nvCxnSpPr>
                <p:cNvPr id="179" name="A Inversion/Retained evidence/Noise::Covariance symbol col 2">
                  <a:extLst>
                    <a:ext uri="{FF2B5EF4-FFF2-40B4-BE49-F238E27FC236}">
                      <ns2:creationId id="{14EAA8D6-0B37-4FC9-810F-126C0CA6F73A}"/>
                    </a:ext>
                  </a:extLst>
                </p:cNvPr>
                <p:cNvCxnSpPr/>
                <p:nvPr/>
              </p:nvCxnSpPr>
              <p:spPr>
                <a:xfrm flipH="0" flipV="0">
                  <a:off x="1787930" y="1220156"/>
                  <a:ext cx="0" cy="236016"/>
                </a:xfrm>
                <a:prstGeom prst="straightConnector1">
                  <a:avLst/>
                </a:prstGeom>
                <a:ln w="2004">
                  <a:solidFill>
                    <a:srgbClr val="C8D6E2"/>
                  </a:solidFill>
                  <a:prstDash val="solid"/>
                </a:ln>
              </p:spPr>
            </p:cxnSp>
            <p:cxnSp>
              <p:nvCxnSpPr>
                <p:cNvPr id="180" name="A Inversion/Retained evidence/Noise::Covariance symbol col 3">
                  <a:extLst>
                    <a:ext uri="{FF2B5EF4-FFF2-40B4-BE49-F238E27FC236}">
                      <ns2:creationId id="{E31B0C79-0D11-43E0-A199-3209D832C8AA}"/>
                    </a:ext>
                  </a:extLst>
                </p:cNvPr>
                <p:cNvCxnSpPr/>
                <p:nvPr/>
              </p:nvCxnSpPr>
              <p:spPr>
                <a:xfrm flipH="0" flipV="0">
                  <a:off x="1822441" y="1220156"/>
                  <a:ext cx="0" cy="236016"/>
                </a:xfrm>
                <a:prstGeom prst="straightConnector1">
                  <a:avLst/>
                </a:prstGeom>
                <a:ln w="2004">
                  <a:solidFill>
                    <a:srgbClr val="C8D6E2"/>
                  </a:solidFill>
                  <a:prstDash val="solid"/>
                </a:ln>
              </p:spPr>
            </p:cxnSp>
            <p:cxnSp>
              <p:nvCxnSpPr>
                <p:cNvPr id="181" name="A Inversion/Retained evidence/Noise::Covariance symbol col 4">
                  <a:extLst>
                    <a:ext uri="{FF2B5EF4-FFF2-40B4-BE49-F238E27FC236}">
                      <ns2:creationId id="{E76E608C-08BC-4DBB-A974-EDA870F2173D}"/>
                    </a:ext>
                  </a:extLst>
                </p:cNvPr>
                <p:cNvCxnSpPr/>
                <p:nvPr/>
              </p:nvCxnSpPr>
              <p:spPr>
                <a:xfrm flipH="0" flipV="0">
                  <a:off x="1856953" y="1220156"/>
                  <a:ext cx="0" cy="236016"/>
                </a:xfrm>
                <a:prstGeom prst="straightConnector1">
                  <a:avLst/>
                </a:prstGeom>
                <a:ln w="2004">
                  <a:solidFill>
                    <a:srgbClr val="C8D6E2"/>
                  </a:solidFill>
                  <a:prstDash val="solid"/>
                </a:ln>
              </p:spPr>
            </p:cxnSp>
            <p:cxnSp>
              <p:nvCxnSpPr>
                <p:cNvPr id="182" name="A Inversion/Retained evidence/Noise::Covariance symbol col 5">
                  <a:extLst>
                    <a:ext uri="{FF2B5EF4-FFF2-40B4-BE49-F238E27FC236}">
                      <ns2:creationId id="{0FDEC2D9-FF6C-4FF7-9036-01DB916E9E31}"/>
                    </a:ext>
                  </a:extLst>
                </p:cNvPr>
                <p:cNvCxnSpPr/>
                <p:nvPr/>
              </p:nvCxnSpPr>
              <p:spPr>
                <a:xfrm flipH="0" flipV="0">
                  <a:off x="1891465" y="1220156"/>
                  <a:ext cx="0" cy="236016"/>
                </a:xfrm>
                <a:prstGeom prst="straightConnector1">
                  <a:avLst/>
                </a:prstGeom>
                <a:ln w="2004">
                  <a:solidFill>
                    <a:srgbClr val="C8D6E2"/>
                  </a:solidFill>
                  <a:prstDash val="solid"/>
                </a:ln>
              </p:spPr>
            </p:cxnSp>
            <p:cxnSp>
              <p:nvCxnSpPr>
                <p:cNvPr id="183" name="A Inversion/Retained evidence/Noise::Covariance symbol col 6">
                  <a:extLst>
                    <a:ext uri="{FF2B5EF4-FFF2-40B4-BE49-F238E27FC236}">
                      <ns2:creationId id="{E632A702-5E05-4694-BCD2-EBC3FACAA8B1}"/>
                    </a:ext>
                  </a:extLst>
                </p:cNvPr>
                <p:cNvCxnSpPr/>
                <p:nvPr/>
              </p:nvCxnSpPr>
              <p:spPr>
                <a:xfrm flipH="0" flipV="0">
                  <a:off x="1925977" y="1220156"/>
                  <a:ext cx="0" cy="236016"/>
                </a:xfrm>
                <a:prstGeom prst="straightConnector1">
                  <a:avLst/>
                </a:prstGeom>
                <a:ln w="2004">
                  <a:solidFill>
                    <a:srgbClr val="C8D6E2"/>
                  </a:solidFill>
                  <a:prstDash val="solid"/>
                </a:ln>
              </p:spPr>
            </p:cxnSp>
            <p:cxnSp>
              <p:nvCxnSpPr>
                <p:cNvPr id="184" name="A Inversion/Retained evidence/Noise::Covariance symbol col 7">
                  <a:extLst>
                    <a:ext uri="{FF2B5EF4-FFF2-40B4-BE49-F238E27FC236}">
                      <ns2:creationId id="{DABCEEA8-947A-46F6-86D5-787ACC0C1925}"/>
                    </a:ext>
                  </a:extLst>
                </p:cNvPr>
                <p:cNvCxnSpPr/>
                <p:nvPr/>
              </p:nvCxnSpPr>
              <p:spPr>
                <a:xfrm flipH="0" flipV="0">
                  <a:off x="1960488" y="1220156"/>
                  <a:ext cx="0" cy="236016"/>
                </a:xfrm>
                <a:prstGeom prst="straightConnector1">
                  <a:avLst/>
                </a:prstGeom>
                <a:ln w="2004">
                  <a:solidFill>
                    <a:srgbClr val="C8D6E2"/>
                  </a:solidFill>
                  <a:prstDash val="solid"/>
                </a:ln>
              </p:spPr>
            </p:cxnSp>
            <p:cxnSp>
              <p:nvCxnSpPr>
                <p:cNvPr id="185" name="A Inversion/Retained evidence/Noise::Covariance symbol row 1">
                  <a:extLst>
                    <a:ext uri="{FF2B5EF4-FFF2-40B4-BE49-F238E27FC236}">
                      <ns2:creationId id="{4B40FC7D-8514-4B12-8FAF-406D625E6353}"/>
                    </a:ext>
                  </a:extLst>
                </p:cNvPr>
                <p:cNvCxnSpPr/>
                <p:nvPr/>
              </p:nvCxnSpPr>
              <p:spPr>
                <a:xfrm flipH="0" flipV="0">
                  <a:off x="1718906" y="1249658"/>
                  <a:ext cx="276094" cy="0"/>
                </a:xfrm>
                <a:prstGeom prst="straightConnector1">
                  <a:avLst/>
                </a:prstGeom>
                <a:ln w="2004">
                  <a:solidFill>
                    <a:srgbClr val="C8D6E2"/>
                  </a:solidFill>
                  <a:prstDash val="solid"/>
                </a:ln>
              </p:spPr>
            </p:cxnSp>
            <p:cxnSp>
              <p:nvCxnSpPr>
                <p:cNvPr id="186" name="A Inversion/Retained evidence/Noise::Covariance symbol row 2">
                  <a:extLst>
                    <a:ext uri="{FF2B5EF4-FFF2-40B4-BE49-F238E27FC236}">
                      <ns2:creationId id="{002873CC-7B9D-41B5-A5FE-D3CDBD5416F5}"/>
                    </a:ext>
                  </a:extLst>
                </p:cNvPr>
                <p:cNvCxnSpPr/>
                <p:nvPr/>
              </p:nvCxnSpPr>
              <p:spPr>
                <a:xfrm flipH="0" flipV="0">
                  <a:off x="1718906" y="1279160"/>
                  <a:ext cx="276094" cy="0"/>
                </a:xfrm>
                <a:prstGeom prst="straightConnector1">
                  <a:avLst/>
                </a:prstGeom>
                <a:ln w="2004">
                  <a:solidFill>
                    <a:srgbClr val="C8D6E2"/>
                  </a:solidFill>
                  <a:prstDash val="solid"/>
                </a:ln>
              </p:spPr>
            </p:cxnSp>
            <p:cxnSp>
              <p:nvCxnSpPr>
                <p:cNvPr id="187" name="A Inversion/Retained evidence/Noise::Covariance symbol row 3">
                  <a:extLst>
                    <a:ext uri="{FF2B5EF4-FFF2-40B4-BE49-F238E27FC236}">
                      <ns2:creationId id="{D952C0C8-D4FD-465A-A8F5-7A0484BC8277}"/>
                    </a:ext>
                  </a:extLst>
                </p:cNvPr>
                <p:cNvCxnSpPr/>
                <p:nvPr/>
              </p:nvCxnSpPr>
              <p:spPr>
                <a:xfrm flipH="0" flipV="0">
                  <a:off x="1718906" y="1308662"/>
                  <a:ext cx="276094" cy="0"/>
                </a:xfrm>
                <a:prstGeom prst="straightConnector1">
                  <a:avLst/>
                </a:prstGeom>
                <a:ln w="2004">
                  <a:solidFill>
                    <a:srgbClr val="C8D6E2"/>
                  </a:solidFill>
                  <a:prstDash val="solid"/>
                </a:ln>
              </p:spPr>
            </p:cxnSp>
            <p:cxnSp>
              <p:nvCxnSpPr>
                <p:cNvPr id="188" name="A Inversion/Retained evidence/Noise::Covariance symbol row 4">
                  <a:extLst>
                    <a:ext uri="{FF2B5EF4-FFF2-40B4-BE49-F238E27FC236}">
                      <ns2:creationId id="{9B12C6FE-F4DD-4C79-85B2-3AB0A0788F45}"/>
                    </a:ext>
                  </a:extLst>
                </p:cNvPr>
                <p:cNvCxnSpPr/>
                <p:nvPr/>
              </p:nvCxnSpPr>
              <p:spPr>
                <a:xfrm flipH="0" flipV="0">
                  <a:off x="1718906" y="1338164"/>
                  <a:ext cx="276094" cy="0"/>
                </a:xfrm>
                <a:prstGeom prst="straightConnector1">
                  <a:avLst/>
                </a:prstGeom>
                <a:ln w="2004">
                  <a:solidFill>
                    <a:srgbClr val="C8D6E2"/>
                  </a:solidFill>
                  <a:prstDash val="solid"/>
                </a:ln>
              </p:spPr>
            </p:cxnSp>
            <p:cxnSp>
              <p:nvCxnSpPr>
                <p:cNvPr id="189" name="A Inversion/Retained evidence/Noise::Covariance symbol row 5">
                  <a:extLst>
                    <a:ext uri="{FF2B5EF4-FFF2-40B4-BE49-F238E27FC236}">
                      <ns2:creationId id="{E5510A01-E34A-4352-8CDB-86B94F817620}"/>
                    </a:ext>
                  </a:extLst>
                </p:cNvPr>
                <p:cNvCxnSpPr/>
                <p:nvPr/>
              </p:nvCxnSpPr>
              <p:spPr>
                <a:xfrm flipH="0" flipV="0">
                  <a:off x="1718906" y="1367666"/>
                  <a:ext cx="276094" cy="0"/>
                </a:xfrm>
                <a:prstGeom prst="straightConnector1">
                  <a:avLst/>
                </a:prstGeom>
                <a:ln w="2004">
                  <a:solidFill>
                    <a:srgbClr val="C8D6E2"/>
                  </a:solidFill>
                  <a:prstDash val="solid"/>
                </a:ln>
              </p:spPr>
            </p:cxnSp>
            <p:cxnSp>
              <p:nvCxnSpPr>
                <p:cNvPr id="190" name="A Inversion/Retained evidence/Noise::Covariance symbol row 6">
                  <a:extLst>
                    <a:ext uri="{FF2B5EF4-FFF2-40B4-BE49-F238E27FC236}">
                      <ns2:creationId id="{8D5D0664-9CC0-4B27-AC94-8974587DB64B}"/>
                    </a:ext>
                  </a:extLst>
                </p:cNvPr>
                <p:cNvCxnSpPr/>
                <p:nvPr/>
              </p:nvCxnSpPr>
              <p:spPr>
                <a:xfrm flipH="0" flipV="0">
                  <a:off x="1718906" y="1397168"/>
                  <a:ext cx="276094" cy="0"/>
                </a:xfrm>
                <a:prstGeom prst="straightConnector1">
                  <a:avLst/>
                </a:prstGeom>
                <a:ln w="2004">
                  <a:solidFill>
                    <a:srgbClr val="C8D6E2"/>
                  </a:solidFill>
                  <a:prstDash val="solid"/>
                </a:ln>
              </p:spPr>
            </p:cxnSp>
            <p:cxnSp>
              <p:nvCxnSpPr>
                <p:cNvPr id="191" name="A Inversion/Retained evidence/Noise::Covariance symbol row 7">
                  <a:extLst>
                    <a:ext uri="{FF2B5EF4-FFF2-40B4-BE49-F238E27FC236}">
                      <ns2:creationId id="{A9E15C8D-CA9B-448E-9E60-62F223F09171}"/>
                    </a:ext>
                  </a:extLst>
                </p:cNvPr>
                <p:cNvCxnSpPr/>
                <p:nvPr/>
              </p:nvCxnSpPr>
              <p:spPr>
                <a:xfrm flipH="0" flipV="0">
                  <a:off x="1718906" y="1426670"/>
                  <a:ext cx="276094" cy="0"/>
                </a:xfrm>
                <a:prstGeom prst="straightConnector1">
                  <a:avLst/>
                </a:prstGeom>
                <a:ln w="2004">
                  <a:solidFill>
                    <a:srgbClr val="C8D6E2"/>
                  </a:solidFill>
                  <a:prstDash val="solid"/>
                </a:ln>
              </p:spPr>
            </p:cxnSp>
            <p:sp>
              <p:nvSpPr>
                <p:cNvPr id="192" name="A Inversion/Retained evidence/Noise::Noise label-0">
                  <a:extLst>
                    <a:ext uri="{FF2B5EF4-FFF2-40B4-BE49-F238E27FC236}">
                      <ns2:creationId id="{19EAEB1D-224F-46E0-A069-34EE4A1F837C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058412" y="1280202"/>
                  <a:ext cx="244031" cy="99572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>
                  <a:defPPr algn="l">
                    <a:defRPr sz="603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>
                  <a:pPr algn="l">
                    <a:lnSpc>
                      <a:spcPct val="100000"/>
                    </a:lnSpc>
                    <a:buNone/>
                    <a:defRPr sz="603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603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rPr>
                    <a:t>Noise Σ</a:t>
                  </a:r>
                </a:p>
              </p:txBody>
            </p:sp>
          </p:grpSp>
          <p:grpSp>
            <p:nvGrpSpPr>
              <p:cNvPr id="587" name="Encoder"/>
              <p:cNvGrpSpPr/>
              <p:nvPr/>
            </p:nvGrpSpPr>
            <p:grpSpPr>
              <a:xfrm>
                <a:off x="1647656" y="1571953"/>
                <a:ext cx="734766" cy="262734"/>
                <a:chOff x="1647656" y="1571953"/>
                <a:chExt cx="734766" cy="262734"/>
              </a:xfrm>
            </p:grpSpPr>
            <p:sp>
              <p:nvSpPr>
                <p:cNvPr id="193" name="A Inversion/Retained evidence/Encoder::Encoder card">
                  <a:extLst>
                    <a:ext uri="{FF2B5EF4-FFF2-40B4-BE49-F238E27FC236}">
                      <ns2:creationId id="{F1C29652-0834-4B80-A2D5-96CF0213A87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647656" y="1571953"/>
                  <a:ext cx="734766" cy="262734"/>
                </a:xfrm>
                <a:prstGeom prst="roundRect">
                  <a:avLst>
                    <a:gd name="adj" fmla="val 11864"/>
                  </a:avLst>
                </a:prstGeom>
                <a:gradFill>
                  <a:gsLst>
                    <a:gs pos="0">
                      <a:srgbClr val="FFFFFF"/>
                    </a:gs>
                    <a:gs pos="100000">
                      <a:srgbClr val="E6F3FF"/>
                    </a:gs>
                  </a:gsLst>
                  <a:lin ang="5400000"/>
                </a:gradFill>
                <a:ln w="4898">
                  <a:solidFill>
                    <a:srgbClr val="74AEE0"/>
                  </a:solidFill>
                </a:ln>
              </p:spPr>
            </p:sp>
            <p:sp>
              <p:nvSpPr>
                <p:cNvPr id="194" name="A Inversion/Retained evidence/Encoder::Whitening">
                  <a:extLst>
                    <a:ext uri="{FF2B5EF4-FFF2-40B4-BE49-F238E27FC236}">
                      <ns2:creationId id="{809D2C68-F356-47C4-B4C7-F2912D4EECEC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41172" y="1607578"/>
                  <a:ext cx="556641" cy="111328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>
                  <a:defPPr algn="ctr">
                    <a:defRPr sz="666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>
                  <a:pPr algn="ctr">
                    <a:lnSpc>
                      <a:spcPct val="100000"/>
                    </a:lnSpc>
                    <a:buNone/>
                    <a:defRPr sz="666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666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rPr>
                    <a:t>Joint whitening</a:t>
                  </a:r>
                </a:p>
              </p:txBody>
            </p:sp>
            <p:sp>
              <p:nvSpPr>
                <p:cNvPr id="195" name="A Inversion/Retained evidence/Encoder::Plus">
                  <a:extLst>
                    <a:ext uri="{FF2B5EF4-FFF2-40B4-BE49-F238E27FC236}">
                      <ns2:creationId id="{E3AF4AD7-B961-4C1C-B597-AEFE13A5E5F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81250" y="1710000"/>
                  <a:ext cx="80156" cy="115781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>
                  <a:defPPr algn="ctr">
                    <a:defRPr sz="701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>
                  <a:pPr algn="ctr">
                    <a:lnSpc>
                      <a:spcPct val="100000"/>
                    </a:lnSpc>
                    <a:buNone/>
                    <a:defRPr sz="701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701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rPr>
                    <a:t>+</a:t>
                  </a:r>
                </a:p>
              </p:txBody>
            </p:sp>
            <p:sp>
              <p:nvSpPr>
                <p:cNvPr id="196" name="A Inversion/Retained evidence/Encoder::Encoder">
                  <a:extLst>
                    <a:ext uri="{FF2B5EF4-FFF2-40B4-BE49-F238E27FC236}">
                      <ns2:creationId id="{35E0549E-1CE9-4D8E-9996-A6AF6E4DCE26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61406" y="1710000"/>
                  <a:ext cx="409688" cy="115781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>
                  <a:defPPr algn="l">
                    <a:defRPr sz="684" b="1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>
                  <a:pPr algn="l">
                    <a:lnSpc>
                      <a:spcPct val="100000"/>
                    </a:lnSpc>
                    <a:buNone/>
                    <a:defRPr sz="684" b="1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684" b="1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rPr>
                    <a:t>encoder</a:t>
                  </a:r>
                </a:p>
              </p:txBody>
            </p:sp>
          </p:grpSp>
        </p:grpSp>
        <p:grpSp>
          <p:nvGrpSpPr>
            <p:cNvPr id="598" name="Current cells"/>
            <p:cNvGrpSpPr/>
            <p:nvPr/>
          </p:nvGrpSpPr>
          <p:grpSpPr>
            <a:xfrm>
              <a:off x="2734219" y="258281"/>
              <a:ext cx="1910391" cy="454219"/>
              <a:chOff x="2734219" y="258281"/>
              <a:chExt cx="1910391" cy="454219"/>
            </a:xfrm>
          </p:grpSpPr>
          <p:sp>
            <p:nvSpPr>
              <p:cNvPr id="197" name="A Inversion/Current cells::State panel">
                <a:extLst>
                  <a:ext uri="{FF2B5EF4-FFF2-40B4-BE49-F238E27FC236}">
                    <ns2:creationId id="{F0BEDCEC-20C7-493B-BCB2-A799B39CB7A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34219" y="258281"/>
                <a:ext cx="1910391" cy="454219"/>
              </a:xfrm>
              <a:prstGeom prst="roundRect">
                <a:avLst>
                  <a:gd name="adj" fmla="val 9804"/>
                </a:avLst>
              </a:prstGeom>
              <a:gradFill>
                <a:gsLst>
                  <a:gs pos="0">
                    <a:srgbClr val="EFF9F6"/>
                  </a:gs>
                  <a:gs pos="100000">
                    <a:srgbClr val="FBFDFD"/>
                  </a:gs>
                </a:gsLst>
                <a:lin ang="0"/>
              </a:gradFill>
              <a:ln w="4453">
                <a:solidFill>
                  <a:srgbClr val="ADDADB"/>
                </a:solidFill>
              </a:ln>
            </p:spPr>
          </p:sp>
          <p:sp>
            <p:nvSpPr>
              <p:cNvPr id="198" name="A Inversion/Current cells::Current cells">
                <a:extLst>
                  <a:ext uri="{FF2B5EF4-FFF2-40B4-BE49-F238E27FC236}">
                    <ns2:creationId id="{548FFC1B-FF4E-4E48-AB02-E6BCD9A6AA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028125" y="276094"/>
                <a:ext cx="534375" cy="11132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01" b="1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01" b="1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01" b="1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Current cells</a:t>
                </a:r>
              </a:p>
            </p:txBody>
          </p:sp>
          <p:sp>
            <p:nvSpPr>
              <p:cNvPr id="199" name="A Inversion/Current cells::State conditions-0">
                <a:extLst>
                  <a:ext uri="{FF2B5EF4-FFF2-40B4-BE49-F238E27FC236}">
                    <ns2:creationId id="{D144915D-8A38-406C-84B0-07A18F5FCF9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81225" y="273867"/>
                <a:ext cx="66084" cy="11578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0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0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0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m</a:t>
                </a:r>
              </a:p>
            </p:txBody>
          </p:sp>
          <p:sp>
            <p:nvSpPr>
              <p:cNvPr id="200" name="A Inversion/Current cells::State conditions-1">
                <a:extLst>
                  <a:ext uri="{FF2B5EF4-FFF2-40B4-BE49-F238E27FC236}">
                    <ns2:creationId id="{407B8FB2-8F31-41D1-BD77-2492BDC7968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646063" y="273867"/>
                <a:ext cx="632477" cy="11578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01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01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01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 · partition · time </a:t>
                </a:r>
              </a:p>
            </p:txBody>
          </p:sp>
          <p:sp>
            <p:nvSpPr>
              <p:cNvPr id="201" name="A Inversion/Current cells::State conditions-2">
                <a:extLst>
                  <a:ext uri="{FF2B5EF4-FFF2-40B4-BE49-F238E27FC236}">
                    <ns2:creationId id="{6EF095FC-566F-4BDB-B46F-0C41FC122FC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77293" y="273867"/>
                <a:ext cx="33666" cy="11578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0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0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0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τ</a:t>
                </a:r>
              </a:p>
            </p:txBody>
          </p:sp>
          <p:sp>
            <p:nvSpPr>
              <p:cNvPr id="202" name="A Inversion/Current cells::Token attributes">
                <a:extLst>
                  <a:ext uri="{FF2B5EF4-FFF2-40B4-BE49-F238E27FC236}">
                    <ns2:creationId id="{1FA87D83-90EA-4632-AB92-B273CA9A9B3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96563" y="596719"/>
                <a:ext cx="1790156" cy="106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572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572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72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amplitudes · boundaries · reference masses · complete state</a:t>
                </a:r>
              </a:p>
            </p:txBody>
          </p:sp>
          <p:grpSp>
            <p:nvGrpSpPr>
              <p:cNvPr id="588" name="Partition thumbnails"/>
              <p:cNvGrpSpPr/>
              <p:nvPr/>
            </p:nvGrpSpPr>
            <p:grpSpPr>
              <a:xfrm>
                <a:off x="2867813" y="409688"/>
                <a:ext cx="1625390" cy="173671"/>
                <a:chOff x="2867813" y="409688"/>
                <a:chExt cx="1625390" cy="173671"/>
              </a:xfrm>
            </p:grpSpPr>
            <p:sp>
              <p:nvSpPr>
                <p:cNvPr id="203" name="A Inversion/Current cells/Partition thumbnails::Current cell 0">
                  <a:extLst>
                    <a:ext uri="{FF2B5EF4-FFF2-40B4-BE49-F238E27FC236}">
                      <ns2:creationId id="{EFA5B703-526A-46C1-AB9A-EE941AA1B04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867813" y="431953"/>
                  <a:ext cx="213750" cy="151406"/>
                </a:xfrm>
                <a:prstGeom prst="rect">
                  <a:avLst/>
                </a:prstGeom>
                <a:gradFill>
                  <a:gsLst>
                    <a:gs pos="0">
                      <a:srgbClr val="FAFEFD"/>
                    </a:gs>
                    <a:gs pos="100000">
                      <a:srgbClr val="DDF4ED"/>
                    </a:gs>
                  </a:gsLst>
                  <a:lin ang="4200000"/>
                </a:gradFill>
                <a:ln w="2895">
                  <a:solidFill>
                    <a:srgbClr val="79BCAE"/>
                  </a:solidFill>
                </a:ln>
              </p:spPr>
            </p:sp>
            <p:cxnSp>
              <p:nvCxnSpPr>
                <p:cNvPr id="204" name="A Inversion/Current cells/Partition thumbnails::Current cell 0 col 1">
                  <a:extLst>
                    <a:ext uri="{FF2B5EF4-FFF2-40B4-BE49-F238E27FC236}">
                      <ns2:creationId id="{0AB1E852-E2EC-4585-989A-BEA0285A9EDD}"/>
                    </a:ext>
                  </a:extLst>
                </p:cNvPr>
                <p:cNvCxnSpPr/>
                <p:nvPr/>
              </p:nvCxnSpPr>
              <p:spPr>
                <a:xfrm flipH="0" flipV="0">
                  <a:off x="2939063" y="431953"/>
                  <a:ext cx="0" cy="151406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cxnSp>
              <p:nvCxnSpPr>
                <p:cNvPr id="205" name="A Inversion/Current cells/Partition thumbnails::Current cell 0 col 2">
                  <a:extLst>
                    <a:ext uri="{FF2B5EF4-FFF2-40B4-BE49-F238E27FC236}">
                      <ns2:creationId id="{0E9FA2F5-B0DC-4495-A7EF-FA9CF46BFCB6}"/>
                    </a:ext>
                  </a:extLst>
                </p:cNvPr>
                <p:cNvCxnSpPr/>
                <p:nvPr/>
              </p:nvCxnSpPr>
              <p:spPr>
                <a:xfrm flipH="0" flipV="0">
                  <a:off x="3010313" y="431953"/>
                  <a:ext cx="0" cy="151406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cxnSp>
              <p:nvCxnSpPr>
                <p:cNvPr id="206" name="A Inversion/Current cells/Partition thumbnails::Current cell 0 row 1">
                  <a:extLst>
                    <a:ext uri="{FF2B5EF4-FFF2-40B4-BE49-F238E27FC236}">
                      <ns2:creationId id="{9A64CB03-9D27-462B-AE35-0C6E12D98A30}"/>
                    </a:ext>
                  </a:extLst>
                </p:cNvPr>
                <p:cNvCxnSpPr/>
                <p:nvPr/>
              </p:nvCxnSpPr>
              <p:spPr>
                <a:xfrm flipH="0" flipV="0">
                  <a:off x="2867813" y="507656"/>
                  <a:ext cx="213750" cy="0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sp>
              <p:nvSpPr>
                <p:cNvPr id="207" name="A Inversion/Current cells/Partition thumbnails::Current cell 1">
                  <a:extLst>
                    <a:ext uri="{FF2B5EF4-FFF2-40B4-BE49-F238E27FC236}">
                      <ns2:creationId id="{B2CB3CEA-8952-4DC0-BE5C-D49243682411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3126094" y="431953"/>
                  <a:ext cx="213750" cy="151406"/>
                </a:xfrm>
                <a:prstGeom prst="rect">
                  <a:avLst/>
                </a:prstGeom>
                <a:gradFill>
                  <a:gsLst>
                    <a:gs pos="0">
                      <a:srgbClr val="FAFEFD"/>
                    </a:gs>
                    <a:gs pos="100000">
                      <a:srgbClr val="DDF4ED"/>
                    </a:gs>
                  </a:gsLst>
                  <a:lin ang="4200000"/>
                </a:gradFill>
                <a:ln w="2895">
                  <a:solidFill>
                    <a:srgbClr val="79BCAE"/>
                  </a:solidFill>
                </a:ln>
              </p:spPr>
            </p:sp>
            <p:cxnSp>
              <p:nvCxnSpPr>
                <p:cNvPr id="208" name="A Inversion/Current cells/Partition thumbnails::Current cell 1 col 1">
                  <a:extLst>
                    <a:ext uri="{FF2B5EF4-FFF2-40B4-BE49-F238E27FC236}">
                      <ns2:creationId id="{02AE4E79-576C-4FD3-A5B8-03B0DD271B91}"/>
                    </a:ext>
                  </a:extLst>
                </p:cNvPr>
                <p:cNvCxnSpPr/>
                <p:nvPr/>
              </p:nvCxnSpPr>
              <p:spPr>
                <a:xfrm flipH="0" flipV="0">
                  <a:off x="3197344" y="431953"/>
                  <a:ext cx="0" cy="151406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cxnSp>
              <p:nvCxnSpPr>
                <p:cNvPr id="209" name="A Inversion/Current cells/Partition thumbnails::Current cell 1 col 2">
                  <a:extLst>
                    <a:ext uri="{FF2B5EF4-FFF2-40B4-BE49-F238E27FC236}">
                      <ns2:creationId id="{B0FF9FF3-BC19-4997-8B8A-232F3E35A2A3}"/>
                    </a:ext>
                  </a:extLst>
                </p:cNvPr>
                <p:cNvCxnSpPr/>
                <p:nvPr/>
              </p:nvCxnSpPr>
              <p:spPr>
                <a:xfrm flipH="0" flipV="0">
                  <a:off x="3268594" y="431953"/>
                  <a:ext cx="0" cy="151406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cxnSp>
              <p:nvCxnSpPr>
                <p:cNvPr id="210" name="A Inversion/Current cells/Partition thumbnails::Current cell 1 row 1">
                  <a:extLst>
                    <a:ext uri="{FF2B5EF4-FFF2-40B4-BE49-F238E27FC236}">
                      <ns2:creationId id="{6DC5761B-16D8-4640-BEAB-F3EAFD17F906}"/>
                    </a:ext>
                  </a:extLst>
                </p:cNvPr>
                <p:cNvCxnSpPr/>
                <p:nvPr/>
              </p:nvCxnSpPr>
              <p:spPr>
                <a:xfrm flipH="0" flipV="0">
                  <a:off x="3126094" y="507656"/>
                  <a:ext cx="213750" cy="0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sp>
              <p:nvSpPr>
                <p:cNvPr id="211" name="A Inversion/Current cells/Partition thumbnails::Current cell 2">
                  <a:extLst>
                    <a:ext uri="{FF2B5EF4-FFF2-40B4-BE49-F238E27FC236}">
                      <ns2:creationId id="{125498E9-5CC1-43CC-9231-2277965DA3C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3384375" y="431953"/>
                  <a:ext cx="213750" cy="151406"/>
                </a:xfrm>
                <a:prstGeom prst="rect">
                  <a:avLst/>
                </a:prstGeom>
                <a:gradFill>
                  <a:gsLst>
                    <a:gs pos="0">
                      <a:srgbClr val="FAFEFD"/>
                    </a:gs>
                    <a:gs pos="100000">
                      <a:srgbClr val="DDF4ED"/>
                    </a:gs>
                  </a:gsLst>
                  <a:lin ang="4200000"/>
                </a:gradFill>
                <a:ln w="2895">
                  <a:solidFill>
                    <a:srgbClr val="79BCAE"/>
                  </a:solidFill>
                </a:ln>
              </p:spPr>
            </p:sp>
            <p:cxnSp>
              <p:nvCxnSpPr>
                <p:cNvPr id="212" name="A Inversion/Current cells/Partition thumbnails::Current cell 2 col 1">
                  <a:extLst>
                    <a:ext uri="{FF2B5EF4-FFF2-40B4-BE49-F238E27FC236}">
                      <ns2:creationId id="{CA492540-B6F7-4BB0-A9B8-A9A44B76B158}"/>
                    </a:ext>
                  </a:extLst>
                </p:cNvPr>
                <p:cNvCxnSpPr/>
                <p:nvPr/>
              </p:nvCxnSpPr>
              <p:spPr>
                <a:xfrm flipH="0" flipV="0">
                  <a:off x="3455625" y="431953"/>
                  <a:ext cx="0" cy="151406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cxnSp>
              <p:nvCxnSpPr>
                <p:cNvPr id="213" name="A Inversion/Current cells/Partition thumbnails::Current cell 2 col 2">
                  <a:extLst>
                    <a:ext uri="{FF2B5EF4-FFF2-40B4-BE49-F238E27FC236}">
                      <ns2:creationId id="{3303A006-92F1-4059-AB4D-1596D917AA6F}"/>
                    </a:ext>
                  </a:extLst>
                </p:cNvPr>
                <p:cNvCxnSpPr/>
                <p:nvPr/>
              </p:nvCxnSpPr>
              <p:spPr>
                <a:xfrm flipH="0" flipV="0">
                  <a:off x="3526875" y="431953"/>
                  <a:ext cx="0" cy="151406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cxnSp>
              <p:nvCxnSpPr>
                <p:cNvPr id="214" name="A Inversion/Current cells/Partition thumbnails::Current cell 2 row 1">
                  <a:extLst>
                    <a:ext uri="{FF2B5EF4-FFF2-40B4-BE49-F238E27FC236}">
                      <ns2:creationId id="{8ABC059C-0F70-4B53-AA32-5ABAF10B62F2}"/>
                    </a:ext>
                  </a:extLst>
                </p:cNvPr>
                <p:cNvCxnSpPr/>
                <p:nvPr/>
              </p:nvCxnSpPr>
              <p:spPr>
                <a:xfrm flipH="0" flipV="0">
                  <a:off x="3384375" y="507656"/>
                  <a:ext cx="213750" cy="0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sp>
              <p:nvSpPr>
                <p:cNvPr id="215" name="A Inversion/Current cells/Partition thumbnails::Current cell 3">
                  <a:extLst>
                    <a:ext uri="{FF2B5EF4-FFF2-40B4-BE49-F238E27FC236}">
                      <ns2:creationId id="{2BC12992-192B-4769-8251-24307308585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3642656" y="431953"/>
                  <a:ext cx="244922" cy="151406"/>
                </a:xfrm>
                <a:prstGeom prst="rect">
                  <a:avLst/>
                </a:prstGeom>
                <a:gradFill>
                  <a:gsLst>
                    <a:gs pos="0">
                      <a:srgbClr val="FAFEFD"/>
                    </a:gs>
                    <a:gs pos="100000">
                      <a:srgbClr val="A7DCD0"/>
                    </a:gs>
                  </a:gsLst>
                  <a:lin ang="4200000"/>
                </a:gradFill>
                <a:ln w="2895">
                  <a:solidFill>
                    <a:srgbClr val="79BCAE"/>
                  </a:solidFill>
                </a:ln>
              </p:spPr>
            </p:sp>
            <p:cxnSp>
              <p:nvCxnSpPr>
                <p:cNvPr id="216" name="A Inversion/Current cells/Partition thumbnails::Current cell 3 col 1">
                  <a:extLst>
                    <a:ext uri="{FF2B5EF4-FFF2-40B4-BE49-F238E27FC236}">
                      <ns2:creationId id="{13EF6BA6-8E80-4FCC-B68D-1D5BD379557F}"/>
                    </a:ext>
                  </a:extLst>
                </p:cNvPr>
                <p:cNvCxnSpPr/>
                <p:nvPr/>
              </p:nvCxnSpPr>
              <p:spPr>
                <a:xfrm flipH="0" flipV="0">
                  <a:off x="3724297" y="431953"/>
                  <a:ext cx="0" cy="151406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cxnSp>
              <p:nvCxnSpPr>
                <p:cNvPr id="217" name="A Inversion/Current cells/Partition thumbnails::Current cell 3 col 2">
                  <a:extLst>
                    <a:ext uri="{FF2B5EF4-FFF2-40B4-BE49-F238E27FC236}">
                      <ns2:creationId id="{F3D36AF0-7A4D-4C4D-901E-775958377D80}"/>
                    </a:ext>
                  </a:extLst>
                </p:cNvPr>
                <p:cNvCxnSpPr/>
                <p:nvPr/>
              </p:nvCxnSpPr>
              <p:spPr>
                <a:xfrm flipH="0" flipV="0">
                  <a:off x="3805938" y="431953"/>
                  <a:ext cx="0" cy="151406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cxnSp>
              <p:nvCxnSpPr>
                <p:cNvPr id="218" name="A Inversion/Current cells/Partition thumbnails::Current cell 3 row 1">
                  <a:extLst>
                    <a:ext uri="{FF2B5EF4-FFF2-40B4-BE49-F238E27FC236}">
                      <ns2:creationId id="{808FF01C-DC3F-4108-9097-944E3679ADEB}"/>
                    </a:ext>
                  </a:extLst>
                </p:cNvPr>
                <p:cNvCxnSpPr/>
                <p:nvPr/>
              </p:nvCxnSpPr>
              <p:spPr>
                <a:xfrm flipH="0" flipV="0">
                  <a:off x="3642656" y="507656"/>
                  <a:ext cx="244922" cy="0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sp>
              <p:nvSpPr>
                <p:cNvPr id="219" name="A Inversion/Current cells/Partition thumbnails::Current cell 4">
                  <a:extLst>
                    <a:ext uri="{FF2B5EF4-FFF2-40B4-BE49-F238E27FC236}">
                      <ns2:creationId id="{C18A90C1-7F73-4768-AC17-91F2CA997487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3900938" y="431953"/>
                  <a:ext cx="213750" cy="151406"/>
                </a:xfrm>
                <a:prstGeom prst="rect">
                  <a:avLst/>
                </a:prstGeom>
                <a:gradFill>
                  <a:gsLst>
                    <a:gs pos="0">
                      <a:srgbClr val="FAFEFD"/>
                    </a:gs>
                    <a:gs pos="100000">
                      <a:srgbClr val="DDF4ED"/>
                    </a:gs>
                  </a:gsLst>
                  <a:lin ang="4200000"/>
                </a:gradFill>
                <a:ln w="2895">
                  <a:solidFill>
                    <a:srgbClr val="79BCAE"/>
                  </a:solidFill>
                </a:ln>
              </p:spPr>
            </p:sp>
            <p:cxnSp>
              <p:nvCxnSpPr>
                <p:cNvPr id="220" name="A Inversion/Current cells/Partition thumbnails::Current cell 4 col 1">
                  <a:extLst>
                    <a:ext uri="{FF2B5EF4-FFF2-40B4-BE49-F238E27FC236}">
                      <ns2:creationId id="{4D4C5477-EE94-442E-B9E7-542D77A5C8A6}"/>
                    </a:ext>
                  </a:extLst>
                </p:cNvPr>
                <p:cNvCxnSpPr/>
                <p:nvPr/>
              </p:nvCxnSpPr>
              <p:spPr>
                <a:xfrm flipH="0" flipV="0">
                  <a:off x="3972188" y="431953"/>
                  <a:ext cx="0" cy="151406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cxnSp>
              <p:nvCxnSpPr>
                <p:cNvPr id="221" name="A Inversion/Current cells/Partition thumbnails::Current cell 4 col 2">
                  <a:extLst>
                    <a:ext uri="{FF2B5EF4-FFF2-40B4-BE49-F238E27FC236}">
                      <ns2:creationId id="{891EBA4A-D29C-45A2-9B19-E8F148DA13DC}"/>
                    </a:ext>
                  </a:extLst>
                </p:cNvPr>
                <p:cNvCxnSpPr/>
                <p:nvPr/>
              </p:nvCxnSpPr>
              <p:spPr>
                <a:xfrm flipH="0" flipV="0">
                  <a:off x="4043438" y="431953"/>
                  <a:ext cx="0" cy="151406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cxnSp>
              <p:nvCxnSpPr>
                <p:cNvPr id="222" name="A Inversion/Current cells/Partition thumbnails::Current cell 4 row 1">
                  <a:extLst>
                    <a:ext uri="{FF2B5EF4-FFF2-40B4-BE49-F238E27FC236}">
                      <ns2:creationId id="{AD184736-395F-4064-9DEA-29887E2DCAFF}"/>
                    </a:ext>
                  </a:extLst>
                </p:cNvPr>
                <p:cNvCxnSpPr/>
                <p:nvPr/>
              </p:nvCxnSpPr>
              <p:spPr>
                <a:xfrm flipH="0" flipV="0">
                  <a:off x="3900938" y="507656"/>
                  <a:ext cx="213750" cy="0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sp>
              <p:nvSpPr>
                <p:cNvPr id="223" name="A Inversion/Current cells/Partition thumbnails::Current cell 5">
                  <a:extLst>
                    <a:ext uri="{FF2B5EF4-FFF2-40B4-BE49-F238E27FC236}">
                      <ns2:creationId id="{50DFBF45-0F4C-42F6-AED3-5617FA5B3790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4279453" y="431953"/>
                  <a:ext cx="213750" cy="151406"/>
                </a:xfrm>
                <a:prstGeom prst="rect">
                  <a:avLst/>
                </a:prstGeom>
                <a:gradFill>
                  <a:gsLst>
                    <a:gs pos="0">
                      <a:srgbClr val="FAFEFD"/>
                    </a:gs>
                    <a:gs pos="100000">
                      <a:srgbClr val="DDF4ED"/>
                    </a:gs>
                  </a:gsLst>
                  <a:lin ang="4200000"/>
                </a:gradFill>
                <a:ln w="2895">
                  <a:solidFill>
                    <a:srgbClr val="79BCAE"/>
                  </a:solidFill>
                </a:ln>
              </p:spPr>
            </p:sp>
            <p:cxnSp>
              <p:nvCxnSpPr>
                <p:cNvPr id="224" name="A Inversion/Current cells/Partition thumbnails::Current cell 5 col 1">
                  <a:extLst>
                    <a:ext uri="{FF2B5EF4-FFF2-40B4-BE49-F238E27FC236}">
                      <ns2:creationId id="{939154D1-5289-4A09-BA6D-A25B6F0F5170}"/>
                    </a:ext>
                  </a:extLst>
                </p:cNvPr>
                <p:cNvCxnSpPr/>
                <p:nvPr/>
              </p:nvCxnSpPr>
              <p:spPr>
                <a:xfrm flipH="0" flipV="0">
                  <a:off x="4350703" y="431953"/>
                  <a:ext cx="0" cy="151406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cxnSp>
              <p:nvCxnSpPr>
                <p:cNvPr id="225" name="A Inversion/Current cells/Partition thumbnails::Current cell 5 col 2">
                  <a:extLst>
                    <a:ext uri="{FF2B5EF4-FFF2-40B4-BE49-F238E27FC236}">
                      <ns2:creationId id="{4659B7CA-D1CB-4FCB-A544-012254C0301D}"/>
                    </a:ext>
                  </a:extLst>
                </p:cNvPr>
                <p:cNvCxnSpPr/>
                <p:nvPr/>
              </p:nvCxnSpPr>
              <p:spPr>
                <a:xfrm flipH="0" flipV="0">
                  <a:off x="4421953" y="431953"/>
                  <a:ext cx="0" cy="151406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cxnSp>
              <p:nvCxnSpPr>
                <p:cNvPr id="226" name="A Inversion/Current cells/Partition thumbnails::Current cell 5 row 1">
                  <a:extLst>
                    <a:ext uri="{FF2B5EF4-FFF2-40B4-BE49-F238E27FC236}">
                      <ns2:creationId id="{929D4DD6-3AF3-4DB1-A598-E4D5C3923ABB}"/>
                    </a:ext>
                  </a:extLst>
                </p:cNvPr>
                <p:cNvCxnSpPr/>
                <p:nvPr/>
              </p:nvCxnSpPr>
              <p:spPr>
                <a:xfrm flipH="0" flipV="0">
                  <a:off x="4279453" y="507656"/>
                  <a:ext cx="213750" cy="0"/>
                </a:xfrm>
                <a:prstGeom prst="straightConnector1">
                  <a:avLst/>
                </a:prstGeom>
                <a:ln w="2004">
                  <a:solidFill>
                    <a:srgbClr val="79BCAE"/>
                  </a:solidFill>
                  <a:prstDash val="solid"/>
                </a:ln>
              </p:spPr>
            </p:cxnSp>
            <p:sp>
              <p:nvSpPr>
                <p:cNvPr id="227" name="A Inversion/Current cells/Partition thumbnails::Ellipsis">
                  <a:extLst>
                    <a:ext uri="{FF2B5EF4-FFF2-40B4-BE49-F238E27FC236}">
                      <ns2:creationId id="{D5EBAC05-0BEF-4A57-BAC5-B111B20EE06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4168125" y="409688"/>
                  <a:ext cx="111328" cy="155859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>
                  <a:defPPr algn="ctr">
                    <a:defRPr sz="877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>
                  <a:pPr algn="ctr">
                    <a:lnSpc>
                      <a:spcPct val="100000"/>
                    </a:lnSpc>
                    <a:buNone/>
                    <a:defRPr sz="877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877" b="0" i="0">
                      <a:solidFill>
                        <a:srgbClr val="071E45"/>
                      </a:solidFill>
                      <a:latin typeface="Times New Roman"/>
                      <a:ea typeface="Times New Roman"/>
                      <a:cs typeface="Times New Roman"/>
                    </a:rPr>
                    <a:t>···</a:t>
                  </a:r>
                </a:p>
              </p:txBody>
            </p:sp>
          </p:grpSp>
        </p:grpSp>
        <p:grpSp>
          <p:nvGrpSpPr>
            <p:cNvPr id="599" name="Shared conditional flux"/>
            <p:cNvGrpSpPr/>
            <p:nvPr/>
          </p:nvGrpSpPr>
          <p:grpSpPr>
            <a:xfrm>
              <a:off x="2529375" y="823828"/>
              <a:ext cx="2422500" cy="819375"/>
              <a:chOff x="2529375" y="823828"/>
              <a:chExt cx="2422500" cy="819375"/>
            </a:xfrm>
          </p:grpSpPr>
          <p:pic>
            <p:nvPicPr>
              <p:cNvPr id="228" name="A Inversion/Shared conditional flux::Freshly generated flux texture" descr="Freshly generated flux texture">
                <a:extLst>
                  <a:ext uri="{FF2B5EF4-FFF2-40B4-BE49-F238E27FC236}">
                    <ns2:creationId id="{18858A91-C6DF-4785-9113-0E4229AE8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4a29176ce25a4cb6"/>
              <a:stretch/>
            </p:blipFill>
            <p:spPr>
              <a:xfrm>
                <a:off x="2543402" y="837188"/>
                <a:ext cx="2389992" cy="796664"/>
              </a:xfrm>
              <a:prstGeom prst="rect">
                <a:avLst/>
              </a:prstGeom>
            </p:spPr>
          </p:pic>
          <p:sp>
            <p:nvSpPr>
              <p:cNvPr id="229" name="A Inversion/Shared conditional flux::Flux frame">
                <a:extLst>
                  <a:ext uri="{FF2B5EF4-FFF2-40B4-BE49-F238E27FC236}">
                    <ns2:creationId id="{91918694-87A0-4E22-B0FD-2EC8055FA8F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529375" y="823828"/>
                <a:ext cx="2422500" cy="819375"/>
              </a:xfrm>
              <a:prstGeom prst="roundRect">
                <a:avLst>
                  <a:gd name="adj" fmla="val 5435"/>
                </a:avLst>
              </a:prstGeom>
              <a:noFill/>
              <a:ln w="15586">
                <a:solidFill>
                  <a:srgbClr val="008F92"/>
                </a:solidFill>
              </a:ln>
            </p:spPr>
          </p:sp>
          <p:sp>
            <p:nvSpPr>
              <p:cNvPr id="230" name="A Inversion/Shared conditional flux::Title">
                <a:extLst>
                  <a:ext uri="{FF2B5EF4-FFF2-40B4-BE49-F238E27FC236}">
                    <ns2:creationId id="{AD51F6A0-93A8-4CA3-9931-60DE6EA65E7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939063" y="859453"/>
                <a:ext cx="1148906" cy="13804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94" b="1" i="0">
                    <a:solidFill>
                      <a:srgbClr val="005366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94" b="1" i="0">
                    <a:solidFill>
                      <a:srgbClr val="005366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4" b="1" i="0">
                    <a:solidFill>
                      <a:srgbClr val="005366"/>
                    </a:solidFill>
                    <a:latin typeface="Times New Roman"/>
                    <a:ea typeface="Times New Roman"/>
                    <a:cs typeface="Times New Roman"/>
                  </a:rPr>
                  <a:t>Shared conditional flux</a:t>
                </a:r>
              </a:p>
            </p:txBody>
          </p:sp>
          <p:sp>
            <p:nvSpPr>
              <p:cNvPr id="231" name="A Inversion/Shared conditional flux::Network-0">
                <a:extLst>
                  <a:ext uri="{FF2B5EF4-FFF2-40B4-BE49-F238E27FC236}">
                    <ns2:creationId id="{3DA22804-A3D9-4D80-A9AC-6D910E69378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39241" y="877266"/>
                <a:ext cx="43373" cy="13893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42" b="0" i="1">
                    <a:solidFill>
                      <a:srgbClr val="1039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42" b="0" i="1">
                    <a:solidFill>
                      <a:srgbClr val="1039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42" b="0" i="1">
                    <a:solidFill>
                      <a:srgbClr val="103951"/>
                    </a:solidFill>
                    <a:latin typeface="Times New Roman"/>
                    <a:ea typeface="Times New Roman"/>
                    <a:cs typeface="Times New Roman"/>
                  </a:rPr>
                  <a:t>r</a:t>
                </a:r>
              </a:p>
            </p:txBody>
          </p:sp>
          <p:sp>
            <p:nvSpPr>
              <p:cNvPr id="232" name="A Inversion/Shared conditional flux::Network-sub-0">
                <a:extLst>
                  <a:ext uri="{FF2B5EF4-FFF2-40B4-BE49-F238E27FC236}">
                    <ns2:creationId id="{61D703C9-C41E-4D54-8DB7-AEE5381D7EB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80834" y="906122"/>
                <a:ext cx="41859" cy="11756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614" b="0" i="1">
                    <a:solidFill>
                      <a:srgbClr val="1039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614" b="0" i="1">
                    <a:solidFill>
                      <a:srgbClr val="1039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4" b="0" i="1">
                    <a:solidFill>
                      <a:srgbClr val="103951"/>
                    </a:solidFill>
                    <a:latin typeface="Times New Roman"/>
                    <a:ea typeface="Times New Roman"/>
                    <a:cs typeface="Times New Roman"/>
                  </a:rPr>
                  <a:t>θ</a:t>
                </a:r>
              </a:p>
            </p:txBody>
          </p:sp>
          <p:sp>
            <p:nvSpPr>
              <p:cNvPr id="233" name="A Inversion/Shared conditional flux::Boundary flux-0">
                <a:extLst>
                  <a:ext uri="{FF2B5EF4-FFF2-40B4-BE49-F238E27FC236}">
                    <ns2:creationId id="{2B46A0D6-7DAA-4061-BDF5-2CF1744B94D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326752" y="1056437"/>
                <a:ext cx="45956" cy="14762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9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9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r</a:t>
                </a:r>
              </a:p>
            </p:txBody>
          </p:sp>
          <p:sp>
            <p:nvSpPr>
              <p:cNvPr id="234" name="A Inversion/Shared conditional flux::Boundary flux-sub-0">
                <a:extLst>
                  <a:ext uri="{FF2B5EF4-FFF2-40B4-BE49-F238E27FC236}">
                    <ns2:creationId id="{E7F37F2A-251A-4BAD-AA2C-24FE4C6DCD1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370927" y="1087097"/>
                <a:ext cx="115603" cy="12491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653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653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53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θ,B</a:t>
                </a:r>
              </a:p>
            </p:txBody>
          </p:sp>
          <p:sp>
            <p:nvSpPr>
              <p:cNvPr id="235" name="A Inversion/Shared conditional flux::Boundary flux-1">
                <a:extLst>
                  <a:ext uri="{FF2B5EF4-FFF2-40B4-BE49-F238E27FC236}">
                    <ns2:creationId id="{FB753441-9B17-4CE4-8479-488CF31118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483502" y="1056437"/>
                <a:ext cx="122595" cy="14762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9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9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 = </a:t>
                </a:r>
              </a:p>
            </p:txBody>
          </p:sp>
          <p:sp>
            <p:nvSpPr>
              <p:cNvPr id="236" name="A Inversion/Shared conditional flux::Boundary flux-2">
                <a:extLst>
                  <a:ext uri="{FF2B5EF4-FFF2-40B4-BE49-F238E27FC236}">
                    <ns2:creationId id="{1BEE3794-5418-491D-9DE1-A1E526F55C1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604849" y="1056437"/>
                <a:ext cx="58559" cy="14762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9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9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q</a:t>
                </a:r>
              </a:p>
            </p:txBody>
          </p:sp>
          <p:sp>
            <p:nvSpPr>
              <p:cNvPr id="237" name="A Inversion/Shared conditional flux::Boundary flux-sub-2">
                <a:extLst>
                  <a:ext uri="{FF2B5EF4-FFF2-40B4-BE49-F238E27FC236}">
                    <ns2:creationId id="{5251C361-2766-49A1-87D5-643D8E389F4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661627" y="1087097"/>
                <a:ext cx="54195" cy="12491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653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653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53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B</a:t>
                </a:r>
              </a:p>
            </p:txBody>
          </p:sp>
          <p:sp>
            <p:nvSpPr>
              <p:cNvPr id="238" name="A Inversion/Shared conditional flux::Boundary flux-3">
                <a:extLst>
                  <a:ext uri="{FF2B5EF4-FFF2-40B4-BE49-F238E27FC236}">
                    <ns2:creationId id="{5FD141BA-3C7C-4002-9C76-800B14D2D1C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712793" y="1056437"/>
                <a:ext cx="122595" cy="14762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9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9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 + </a:t>
                </a:r>
              </a:p>
            </p:txBody>
          </p:sp>
          <p:sp>
            <p:nvSpPr>
              <p:cNvPr id="239" name="A Inversion/Shared conditional flux::Boundary flux-4">
                <a:extLst>
                  <a:ext uri="{FF2B5EF4-FFF2-40B4-BE49-F238E27FC236}">
                    <ns2:creationId id="{B125BF84-6D8E-4A1C-AA87-40BBC097620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834141" y="1056437"/>
                <a:ext cx="83808" cy="14762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9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9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m</a:t>
                </a:r>
              </a:p>
            </p:txBody>
          </p:sp>
          <p:sp>
            <p:nvSpPr>
              <p:cNvPr id="240" name="A Inversion/Shared conditional flux::Boundary flux-sub-4">
                <a:extLst>
                  <a:ext uri="{FF2B5EF4-FFF2-40B4-BE49-F238E27FC236}">
                    <ns2:creationId id="{88843DD9-BE0A-4F84-9468-B0E7FAD2622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16167" y="1087097"/>
                <a:ext cx="54195" cy="12491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653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653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53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B</a:t>
                </a:r>
              </a:p>
            </p:txBody>
          </p:sp>
          <p:sp>
            <p:nvSpPr>
              <p:cNvPr id="241" name="A Inversion/Shared conditional flux::Boundary flux-5">
                <a:extLst>
                  <a:ext uri="{FF2B5EF4-FFF2-40B4-BE49-F238E27FC236}">
                    <ns2:creationId id="{A1C333C1-DD15-413D-86FE-421CF17EDA0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67334" y="1056437"/>
                <a:ext cx="58559" cy="14762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9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9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242" name="A Inversion/Shared conditional flux::Boundary flux-sub-5">
                <a:extLst>
                  <a:ext uri="{FF2B5EF4-FFF2-40B4-BE49-F238E27FC236}">
                    <ns2:creationId id="{2DDDC497-C694-49C5-B5D5-DB7F268F6BA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24111" y="1087097"/>
                <a:ext cx="115603" cy="12491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653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653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53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θ,B</a:t>
                </a:r>
              </a:p>
            </p:txBody>
          </p:sp>
          <p:sp>
            <p:nvSpPr>
              <p:cNvPr id="243" name="A Inversion/Shared conditional flux::Condition tuple-0">
                <a:extLst>
                  <a:ext uri="{FF2B5EF4-FFF2-40B4-BE49-F238E27FC236}">
                    <ns2:creationId id="{847D863A-CDB9-4C90-B527-39B14C72A0E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488400" y="1248189"/>
                <a:ext cx="48227" cy="13604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2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2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c</a:t>
                </a:r>
              </a:p>
            </p:txBody>
          </p:sp>
          <p:sp>
            <p:nvSpPr>
              <p:cNvPr id="244" name="A Inversion/Shared conditional flux::Condition tuple-1">
                <a:extLst>
                  <a:ext uri="{FF2B5EF4-FFF2-40B4-BE49-F238E27FC236}">
                    <ns2:creationId id="{6E86ABA5-8698-464C-A25D-2356D53D069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35380" y="1248189"/>
                <a:ext cx="147977" cy="13604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2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2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 = (</a:t>
                </a:r>
              </a:p>
            </p:txBody>
          </p:sp>
          <p:sp>
            <p:nvSpPr>
              <p:cNvPr id="245" name="A Inversion/Shared conditional flux::Condition tuple-2">
                <a:extLst>
                  <a:ext uri="{FF2B5EF4-FFF2-40B4-BE49-F238E27FC236}">
                    <ns2:creationId id="{630DCE3F-61F9-4546-90C5-45FBD6D9429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682111" y="1248189"/>
                <a:ext cx="65684" cy="13604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2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2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E</a:t>
                </a:r>
              </a:p>
            </p:txBody>
          </p:sp>
          <p:sp>
            <p:nvSpPr>
              <p:cNvPr id="246" name="A Inversion/Shared conditional flux::Condition tuple-3">
                <a:extLst>
                  <a:ext uri="{FF2B5EF4-FFF2-40B4-BE49-F238E27FC236}">
                    <ns2:creationId id="{A08D74D9-FF58-41C4-83F5-07CE5752550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746548" y="1248189"/>
                <a:ext cx="54105" cy="13604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2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2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, </a:t>
                </a:r>
              </a:p>
            </p:txBody>
          </p:sp>
          <p:sp>
            <p:nvSpPr>
              <p:cNvPr id="247" name="A Inversion/Shared conditional flux::Condition tuple-4">
                <a:extLst>
                  <a:ext uri="{FF2B5EF4-FFF2-40B4-BE49-F238E27FC236}">
                    <ns2:creationId id="{6176ED3A-810D-48CB-8401-A3AD4140ECA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799406" y="1248189"/>
                <a:ext cx="77351" cy="13604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2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2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m</a:t>
                </a:r>
              </a:p>
            </p:txBody>
          </p:sp>
          <p:sp>
            <p:nvSpPr>
              <p:cNvPr id="248" name="A Inversion/Shared conditional flux::Condition tuple-5">
                <a:extLst>
                  <a:ext uri="{FF2B5EF4-FFF2-40B4-BE49-F238E27FC236}">
                    <ns2:creationId id="{2F810F52-082F-43D5-8959-4068C17AC07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875510" y="1248189"/>
                <a:ext cx="54105" cy="13604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2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2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, </a:t>
                </a:r>
              </a:p>
            </p:txBody>
          </p:sp>
          <p:sp>
            <p:nvSpPr>
              <p:cNvPr id="249" name="A Inversion/Shared conditional flux::Condition tuple-6">
                <a:extLst>
                  <a:ext uri="{FF2B5EF4-FFF2-40B4-BE49-F238E27FC236}">
                    <ns2:creationId id="{74B64A15-6488-43EA-9313-1A5DA7D8026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28369" y="1248189"/>
                <a:ext cx="39232" cy="13604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2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2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4" b="0" i="1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τ</a:t>
                </a:r>
              </a:p>
            </p:txBody>
          </p:sp>
          <p:sp>
            <p:nvSpPr>
              <p:cNvPr id="250" name="A Inversion/Shared conditional flux::Condition tuple-7">
                <a:extLst>
                  <a:ext uri="{FF2B5EF4-FFF2-40B4-BE49-F238E27FC236}">
                    <ns2:creationId id="{87B2495A-4945-4D6D-98FA-344AC45211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66354" y="1248189"/>
                <a:ext cx="36649" cy="13604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2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2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4" b="0" i="0">
                    <a:solidFill>
                      <a:srgbClr val="103451"/>
                    </a:solidFill>
                    <a:latin typeface="Times New Roman"/>
                    <a:ea typeface="Times New Roman"/>
                    <a:cs typeface="Times New Roman"/>
                  </a:rPr>
                  <a:t>)</a:t>
                </a:r>
              </a:p>
            </p:txBody>
          </p:sp>
        </p:grpSp>
        <p:grpSp>
          <p:nvGrpSpPr>
            <p:cNvPr id="600" name="Reverse process"/>
            <p:cNvGrpSpPr/>
            <p:nvPr/>
          </p:nvGrpSpPr>
          <p:grpSpPr>
            <a:xfrm>
              <a:off x="1727813" y="1937109"/>
              <a:ext cx="3183984" cy="583359"/>
              <a:chOff x="1727813" y="1937109"/>
              <a:chExt cx="3183984" cy="583359"/>
            </a:xfrm>
          </p:grpSpPr>
          <p:sp>
            <p:nvSpPr>
              <p:cNvPr id="251" name="A Inversion/Reverse process::Schedule box">
                <a:extLst>
                  <a:ext uri="{FF2B5EF4-FFF2-40B4-BE49-F238E27FC236}">
                    <ns2:creationId id="{FF4A474B-8045-409E-BD75-5633A247E99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727813" y="1937109"/>
                <a:ext cx="3183984" cy="583359"/>
              </a:xfrm>
              <a:prstGeom prst="roundRect">
                <a:avLst>
                  <a:gd name="adj" fmla="val 7634"/>
                </a:avLst>
              </a:prstGeom>
              <a:gradFill>
                <a:gsLst>
                  <a:gs pos="0">
                    <a:srgbClr val="FBFDFF"/>
                  </a:gs>
                  <a:gs pos="100000">
                    <a:srgbClr val="EDF5FE"/>
                  </a:gs>
                </a:gsLst>
                <a:lin ang="5400000"/>
              </a:gradFill>
              <a:ln w="4453">
                <a:solidFill>
                  <a:srgbClr val="B7D1F1"/>
                </a:solidFill>
              </a:ln>
            </p:spPr>
          </p:sp>
          <p:sp>
            <p:nvSpPr>
              <p:cNvPr id="252" name="A Inversion/Reverse process::Init label">
                <a:extLst>
                  <a:ext uri="{FF2B5EF4-FFF2-40B4-BE49-F238E27FC236}">
                    <ns2:creationId id="{165A9832-92AB-4AD5-BBD0-69760C2B98D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03516" y="2293359"/>
                <a:ext cx="391875" cy="106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64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64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4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Terminal</a:t>
                </a:r>
              </a:p>
            </p:txBody>
          </p:sp>
          <p:sp>
            <p:nvSpPr>
              <p:cNvPr id="253" name="A Inversion/Reverse process::Init sampling">
                <a:extLst>
                  <a:ext uri="{FF2B5EF4-FFF2-40B4-BE49-F238E27FC236}">
                    <ns2:creationId id="{5DEA5F57-FD19-492A-8077-766918C1B47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03516" y="2395781"/>
                <a:ext cx="391875" cy="106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64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64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4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sampling</a:t>
                </a:r>
              </a:p>
            </p:txBody>
          </p:sp>
          <p:sp>
            <p:nvSpPr>
              <p:cNvPr id="254" name="A Inversion/Reverse process::Reverse one">
                <a:extLst>
                  <a:ext uri="{FF2B5EF4-FFF2-40B4-BE49-F238E27FC236}">
                    <ns2:creationId id="{E95D3160-A6C2-4B04-890E-D2945FFBBDC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449219" y="2280000"/>
                <a:ext cx="369609" cy="12023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66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66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6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Reverse</a:t>
                </a:r>
              </a:p>
            </p:txBody>
          </p:sp>
          <p:sp>
            <p:nvSpPr>
              <p:cNvPr id="255" name="A Inversion/Reverse process::Refine line one">
                <a:extLst>
                  <a:ext uri="{FF2B5EF4-FFF2-40B4-BE49-F238E27FC236}">
                    <ns2:creationId id="{D4CC7E24-5B6D-490B-86E0-BFA918149EF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063750" y="2284453"/>
                <a:ext cx="463125" cy="11578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649" b="1" i="0">
                    <a:solidFill>
                      <a:srgbClr val="AB4E0F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649" b="1" i="0">
                    <a:solidFill>
                      <a:srgbClr val="AB4E0F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49" b="1" i="0">
                    <a:solidFill>
                      <a:srgbClr val="AB4E0F"/>
                    </a:solidFill>
                    <a:latin typeface="Times New Roman"/>
                    <a:ea typeface="Times New Roman"/>
                    <a:cs typeface="Times New Roman"/>
                  </a:rPr>
                  <a:t>Conditional</a:t>
                </a:r>
              </a:p>
            </p:txBody>
          </p:sp>
          <p:sp>
            <p:nvSpPr>
              <p:cNvPr id="256" name="A Inversion/Reverse process::Refine line two">
                <a:extLst>
                  <a:ext uri="{FF2B5EF4-FFF2-40B4-BE49-F238E27FC236}">
                    <ns2:creationId id="{214584CA-690D-4F36-85F0-DE2B90B7879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094922" y="2395781"/>
                <a:ext cx="418594" cy="11132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649" b="1" i="0">
                    <a:solidFill>
                      <a:srgbClr val="AB4E0F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649" b="1" i="0">
                    <a:solidFill>
                      <a:srgbClr val="AB4E0F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49" b="1" i="0">
                    <a:solidFill>
                      <a:srgbClr val="AB4E0F"/>
                    </a:solidFill>
                    <a:latin typeface="Times New Roman"/>
                    <a:ea typeface="Times New Roman"/>
                    <a:cs typeface="Times New Roman"/>
                  </a:rPr>
                  <a:t>refinement</a:t>
                </a:r>
              </a:p>
            </p:txBody>
          </p:sp>
          <p:sp>
            <p:nvSpPr>
              <p:cNvPr id="257" name="A Inversion/Reverse process::Reverse two">
                <a:extLst>
                  <a:ext uri="{FF2B5EF4-FFF2-40B4-BE49-F238E27FC236}">
                    <ns2:creationId id="{F3B89C7C-3CA3-46F0-8B6C-AA794D6D595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785156" y="2288906"/>
                <a:ext cx="360703" cy="12023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66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66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6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Reverse</a:t>
                </a:r>
              </a:p>
            </p:txBody>
          </p:sp>
          <p:sp>
            <p:nvSpPr>
              <p:cNvPr id="258" name="A Inversion/Reverse process::Posterior">
                <a:extLst>
                  <a:ext uri="{FF2B5EF4-FFF2-40B4-BE49-F238E27FC236}">
                    <ns2:creationId id="{7296E1EE-E63D-4D9E-ADDA-A512912CAC8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421953" y="2288906"/>
                <a:ext cx="400781" cy="12023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66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66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6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Posterior</a:t>
                </a:r>
              </a:p>
            </p:txBody>
          </p:sp>
          <p:sp>
            <p:nvSpPr>
              <p:cNvPr id="259" name="A Inversion/Reverse process::Samples">
                <a:extLst>
                  <a:ext uri="{FF2B5EF4-FFF2-40B4-BE49-F238E27FC236}">
                    <ns2:creationId id="{9AE85AF7-4C0E-4240-818E-6AE7BF7775A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448672" y="2395781"/>
                <a:ext cx="369609" cy="11132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66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66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6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samples</a:t>
                </a:r>
              </a:p>
            </p:txBody>
          </p:sp>
          <p:cxnSp>
            <p:nvCxnSpPr>
              <p:cNvPr id="260" name="A Inversion/Reverse process::Forward 0">
                <a:extLst>
                  <a:ext uri="{FF2B5EF4-FFF2-40B4-BE49-F238E27FC236}">
                    <ns2:creationId id="{79A7FDAF-1A3A-4F5D-AF3F-3972E1B184BB}"/>
                  </a:ext>
                </a:extLst>
              </p:cNvPr>
              <p:cNvCxnSpPr/>
              <p:nvPr/>
            </p:nvCxnSpPr>
            <p:spPr>
              <a:xfrm flipH="0" flipV="0">
                <a:off x="2186484" y="2146406"/>
                <a:ext cx="213750" cy="0"/>
              </a:xfrm>
              <a:prstGeom prst="straightConnector1">
                <a:avLst/>
              </a:prstGeom>
              <a:ln w="6457">
                <a:solidFill>
                  <a:srgbClr val="071E45"/>
                </a:solidFill>
                <a:prstDash val="solid"/>
              </a:ln>
            </p:spPr>
          </p:cxnSp>
          <p:sp>
            <p:nvSpPr>
              <p:cNvPr id="261" name="A Inversion/Reverse process::Forward 0 arrowhead">
                <a:extLst>
                  <a:ext uri="{FF2B5EF4-FFF2-40B4-BE49-F238E27FC236}">
                    <ns2:creationId id="{04D16457-92B4-4AED-ACBE-57E8699D371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364609" y="2130820"/>
                <a:ext cx="35625" cy="31172"/>
              </a:xfrm>
              <a:custGeom>
                <a:pathLst>
                  <a:path w="35625" h="31172">
                    <a:moveTo>
                      <a:pt x="35625" y="15586"/>
                    </a:moveTo>
                    <a:lnTo>
                      <a:pt x="0" y="0"/>
                    </a:lnTo>
                    <a:lnTo>
                      <a:pt x="0" y="31172"/>
                    </a:lnTo>
                    <a:close/>
                  </a:path>
                </a:pathLst>
              </a:custGeom>
              <a:solidFill>
                <a:srgbClr val="071E45"/>
              </a:solidFill>
              <a:ln w="3117">
                <a:noFill/>
              </a:ln>
            </p:spPr>
          </p:sp>
          <p:cxnSp>
            <p:nvCxnSpPr>
              <p:cNvPr id="262" name="A Inversion/Reverse process::Forward 1">
                <a:extLst>
                  <a:ext uri="{FF2B5EF4-FFF2-40B4-BE49-F238E27FC236}">
                    <ns2:creationId id="{506F8804-B099-41BB-A874-4A61C76ED98C}"/>
                  </a:ext>
                </a:extLst>
              </p:cNvPr>
              <p:cNvCxnSpPr/>
              <p:nvPr/>
            </p:nvCxnSpPr>
            <p:spPr>
              <a:xfrm flipH="0" flipV="0">
                <a:off x="2845547" y="2146406"/>
                <a:ext cx="218203" cy="0"/>
              </a:xfrm>
              <a:prstGeom prst="straightConnector1">
                <a:avLst/>
              </a:prstGeom>
              <a:ln w="6457">
                <a:solidFill>
                  <a:srgbClr val="B85E10"/>
                </a:solidFill>
                <a:prstDash val="solid"/>
              </a:ln>
            </p:spPr>
          </p:cxnSp>
          <p:sp>
            <p:nvSpPr>
              <p:cNvPr id="263" name="A Inversion/Reverse process::Forward 1 arrowhead">
                <a:extLst>
                  <a:ext uri="{FF2B5EF4-FFF2-40B4-BE49-F238E27FC236}">
                    <ns2:creationId id="{E1C1F5A1-42EA-4EAD-8A21-CBB48F4CBF5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028125" y="2130820"/>
                <a:ext cx="35625" cy="31172"/>
              </a:xfrm>
              <a:custGeom>
                <a:pathLst>
                  <a:path w="35625" h="31172">
                    <a:moveTo>
                      <a:pt x="35625" y="15586"/>
                    </a:moveTo>
                    <a:lnTo>
                      <a:pt x="0" y="0"/>
                    </a:lnTo>
                    <a:lnTo>
                      <a:pt x="0" y="31172"/>
                    </a:lnTo>
                    <a:close/>
                  </a:path>
                </a:pathLst>
              </a:custGeom>
              <a:solidFill>
                <a:srgbClr val="B85E10"/>
              </a:solidFill>
              <a:ln w="3117">
                <a:noFill/>
              </a:ln>
            </p:spPr>
          </p:sp>
          <p:cxnSp>
            <p:nvCxnSpPr>
              <p:cNvPr id="264" name="A Inversion/Reverse process::Forward 2">
                <a:extLst>
                  <a:ext uri="{FF2B5EF4-FFF2-40B4-BE49-F238E27FC236}">
                    <ns2:creationId id="{0FE3BB96-CA1D-4ED4-9936-9BFB0A69D81A}"/>
                  </a:ext>
                </a:extLst>
              </p:cNvPr>
              <p:cNvCxnSpPr/>
              <p:nvPr/>
            </p:nvCxnSpPr>
            <p:spPr>
              <a:xfrm flipH="0" flipV="0">
                <a:off x="3500156" y="2146406"/>
                <a:ext cx="209297" cy="0"/>
              </a:xfrm>
              <a:prstGeom prst="straightConnector1">
                <a:avLst/>
              </a:prstGeom>
              <a:ln w="6457">
                <a:solidFill>
                  <a:srgbClr val="071E45"/>
                </a:solidFill>
                <a:prstDash val="solid"/>
              </a:ln>
            </p:spPr>
          </p:cxnSp>
          <p:sp>
            <p:nvSpPr>
              <p:cNvPr id="265" name="A Inversion/Reverse process::Forward 2 arrowhead">
                <a:extLst>
                  <a:ext uri="{FF2B5EF4-FFF2-40B4-BE49-F238E27FC236}">
                    <ns2:creationId id="{0339B21E-F6C4-4605-9D35-294C5F4AE38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673828" y="2130820"/>
                <a:ext cx="35625" cy="31172"/>
              </a:xfrm>
              <a:custGeom>
                <a:pathLst>
                  <a:path w="35625" h="31172">
                    <a:moveTo>
                      <a:pt x="35625" y="15586"/>
                    </a:moveTo>
                    <a:lnTo>
                      <a:pt x="0" y="0"/>
                    </a:lnTo>
                    <a:lnTo>
                      <a:pt x="0" y="31172"/>
                    </a:lnTo>
                    <a:close/>
                  </a:path>
                </a:pathLst>
              </a:custGeom>
              <a:solidFill>
                <a:srgbClr val="071E45"/>
              </a:solidFill>
              <a:ln w="3117">
                <a:noFill/>
              </a:ln>
            </p:spPr>
          </p:sp>
          <p:cxnSp>
            <p:nvCxnSpPr>
              <p:cNvPr id="266" name="A Inversion/Reverse process::Forward 3">
                <a:extLst>
                  <a:ext uri="{FF2B5EF4-FFF2-40B4-BE49-F238E27FC236}">
                    <ns2:creationId id="{4DE71C90-4BA1-4338-9AB2-BDC88586CC55}"/>
                  </a:ext>
                </a:extLst>
              </p:cNvPr>
              <p:cNvCxnSpPr/>
              <p:nvPr/>
            </p:nvCxnSpPr>
            <p:spPr>
              <a:xfrm flipH="0" flipV="0">
                <a:off x="4154766" y="2146406"/>
                <a:ext cx="209297" cy="0"/>
              </a:xfrm>
              <a:prstGeom prst="straightConnector1">
                <a:avLst/>
              </a:prstGeom>
              <a:ln w="6457">
                <a:solidFill>
                  <a:srgbClr val="071E45"/>
                </a:solidFill>
                <a:prstDash val="solid"/>
              </a:ln>
            </p:spPr>
          </p:cxnSp>
          <p:sp>
            <p:nvSpPr>
              <p:cNvPr id="267" name="A Inversion/Reverse process::Forward 3 arrowhead">
                <a:extLst>
                  <a:ext uri="{FF2B5EF4-FFF2-40B4-BE49-F238E27FC236}">
                    <ns2:creationId id="{1CBAA4C2-52F1-42F0-AEFF-D82625FE1AD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28438" y="2130820"/>
                <a:ext cx="35625" cy="31172"/>
              </a:xfrm>
              <a:custGeom>
                <a:pathLst>
                  <a:path w="35625" h="31172">
                    <a:moveTo>
                      <a:pt x="35625" y="15586"/>
                    </a:moveTo>
                    <a:lnTo>
                      <a:pt x="0" y="0"/>
                    </a:lnTo>
                    <a:lnTo>
                      <a:pt x="0" y="31172"/>
                    </a:lnTo>
                    <a:close/>
                  </a:path>
                </a:pathLst>
              </a:custGeom>
              <a:solidFill>
                <a:srgbClr val="071E45"/>
              </a:solidFill>
              <a:ln w="3117">
                <a:noFill/>
              </a:ln>
            </p:spPr>
          </p:sp>
          <p:grpSp>
            <p:nvGrpSpPr>
              <p:cNvPr id="589" name="State 1"/>
              <p:cNvGrpSpPr/>
              <p:nvPr/>
            </p:nvGrpSpPr>
            <p:grpSpPr>
              <a:xfrm>
                <a:off x="1843594" y="2017266"/>
                <a:ext cx="285000" cy="267188"/>
                <a:chOff x="1843594" y="2017266"/>
                <a:chExt cx="285000" cy="267188"/>
              </a:xfrm>
            </p:grpSpPr>
            <p:sp>
              <p:nvSpPr>
                <p:cNvPr id="268" name="A Inversion/Reverse process/State 1::Initial partition">
                  <a:extLst>
                    <a:ext uri="{FF2B5EF4-FFF2-40B4-BE49-F238E27FC236}">
                      <ns2:creationId id="{BA6B6FD7-61FC-4DC7-8F9A-08247FF8C51B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43594" y="2017266"/>
                  <a:ext cx="285000" cy="267188"/>
                </a:xfrm>
                <a:prstGeom prst="rect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5E3F8"/>
                    </a:gs>
                  </a:gsLst>
                  <a:lin ang="4200000"/>
                </a:gradFill>
                <a:ln w="2895">
                  <a:solidFill>
                    <a:srgbClr val="326D9F"/>
                  </a:solidFill>
                </a:ln>
              </p:spPr>
            </p:sp>
            <p:cxnSp>
              <p:nvCxnSpPr>
                <p:cNvPr id="269" name="A Inversion/Reverse process/State 1::Initial partition col 1">
                  <a:extLst>
                    <a:ext uri="{FF2B5EF4-FFF2-40B4-BE49-F238E27FC236}">
                      <ns2:creationId id="{8FB4FDED-E049-437A-9CCE-3F7C41585266}"/>
                    </a:ext>
                  </a:extLst>
                </p:cNvPr>
                <p:cNvCxnSpPr/>
                <p:nvPr/>
              </p:nvCxnSpPr>
              <p:spPr>
                <a:xfrm flipH="0" flipV="0">
                  <a:off x="1938594" y="2017266"/>
                  <a:ext cx="0" cy="267188"/>
                </a:xfrm>
                <a:prstGeom prst="straightConnector1">
                  <a:avLst/>
                </a:prstGeom>
                <a:ln w="2004">
                  <a:solidFill>
                    <a:srgbClr val="326D9F"/>
                  </a:solidFill>
                  <a:prstDash val="solid"/>
                </a:ln>
              </p:spPr>
            </p:cxnSp>
            <p:cxnSp>
              <p:nvCxnSpPr>
                <p:cNvPr id="270" name="A Inversion/Reverse process/State 1::Initial partition col 2">
                  <a:extLst>
                    <a:ext uri="{FF2B5EF4-FFF2-40B4-BE49-F238E27FC236}">
                      <ns2:creationId id="{BAFA4805-8890-4D40-97B8-20EE1BAB938D}"/>
                    </a:ext>
                  </a:extLst>
                </p:cNvPr>
                <p:cNvCxnSpPr/>
                <p:nvPr/>
              </p:nvCxnSpPr>
              <p:spPr>
                <a:xfrm flipH="0" flipV="0">
                  <a:off x="2033594" y="2017266"/>
                  <a:ext cx="0" cy="267188"/>
                </a:xfrm>
                <a:prstGeom prst="straightConnector1">
                  <a:avLst/>
                </a:prstGeom>
                <a:ln w="2004">
                  <a:solidFill>
                    <a:srgbClr val="326D9F"/>
                  </a:solidFill>
                  <a:prstDash val="solid"/>
                </a:ln>
              </p:spPr>
            </p:cxnSp>
            <p:cxnSp>
              <p:nvCxnSpPr>
                <p:cNvPr id="271" name="A Inversion/Reverse process/State 1::Initial partition row 1">
                  <a:extLst>
                    <a:ext uri="{FF2B5EF4-FFF2-40B4-BE49-F238E27FC236}">
                      <ns2:creationId id="{EDF29546-163F-41BA-93F1-E9BBE4041F37}"/>
                    </a:ext>
                  </a:extLst>
                </p:cNvPr>
                <p:cNvCxnSpPr/>
                <p:nvPr/>
              </p:nvCxnSpPr>
              <p:spPr>
                <a:xfrm flipH="0" flipV="0">
                  <a:off x="1843594" y="2106328"/>
                  <a:ext cx="285000" cy="0"/>
                </a:xfrm>
                <a:prstGeom prst="straightConnector1">
                  <a:avLst/>
                </a:prstGeom>
                <a:ln w="2004">
                  <a:solidFill>
                    <a:srgbClr val="326D9F"/>
                  </a:solidFill>
                  <a:prstDash val="solid"/>
                </a:ln>
              </p:spPr>
            </p:cxnSp>
            <p:cxnSp>
              <p:nvCxnSpPr>
                <p:cNvPr id="272" name="A Inversion/Reverse process/State 1::Initial partition row 2">
                  <a:extLst>
                    <a:ext uri="{FF2B5EF4-FFF2-40B4-BE49-F238E27FC236}">
                      <ns2:creationId id="{050884DC-6C0F-493C-A6EC-B972912BD973}"/>
                    </a:ext>
                  </a:extLst>
                </p:cNvPr>
                <p:cNvCxnSpPr/>
                <p:nvPr/>
              </p:nvCxnSpPr>
              <p:spPr>
                <a:xfrm flipH="0" flipV="0">
                  <a:off x="1843594" y="2195391"/>
                  <a:ext cx="285000" cy="0"/>
                </a:xfrm>
                <a:prstGeom prst="straightConnector1">
                  <a:avLst/>
                </a:prstGeom>
                <a:ln w="2004">
                  <a:solidFill>
                    <a:srgbClr val="326D9F"/>
                  </a:solidFill>
                  <a:prstDash val="solid"/>
                </a:ln>
              </p:spPr>
            </p:cxnSp>
          </p:grpSp>
          <p:grpSp>
            <p:nvGrpSpPr>
              <p:cNvPr id="590" name="State 2"/>
              <p:cNvGrpSpPr/>
              <p:nvPr/>
            </p:nvGrpSpPr>
            <p:grpSpPr>
              <a:xfrm>
                <a:off x="2462578" y="1999453"/>
                <a:ext cx="325078" cy="276094"/>
                <a:chOff x="2462578" y="1999453"/>
                <a:chExt cx="325078" cy="276094"/>
              </a:xfrm>
            </p:grpSpPr>
            <p:sp>
              <p:nvSpPr>
                <p:cNvPr id="273" name="A Inversion/Reverse process/State 2::Partition state top">
                  <a:extLst>
                    <a:ext uri="{FF2B5EF4-FFF2-40B4-BE49-F238E27FC236}">
                      <ns2:creationId id="{925261F2-9686-4AF8-83B3-04A55BA7926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462578" y="1999453"/>
                  <a:ext cx="325078" cy="49207"/>
                </a:xfrm>
                <a:custGeom>
                  <a:pathLst>
                    <a:path w="325078" h="49207">
                      <a:moveTo>
                        <a:pt x="0" y="49207"/>
                      </a:moveTo>
                      <a:lnTo>
                        <a:pt x="78019" y="0"/>
                      </a:lnTo>
                      <a:lnTo>
                        <a:pt x="325078" y="0"/>
                      </a:lnTo>
                      <a:lnTo>
                        <a:pt x="238153" y="4920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4F5FF"/>
                    </a:gs>
                    <a:gs pos="100000">
                      <a:srgbClr val="CEDEFA"/>
                    </a:gs>
                  </a:gsLst>
                  <a:lin ang="4200000"/>
                </a:gradFill>
                <a:ln w="2895">
                  <a:solidFill>
                    <a:srgbClr val="9DB6E9"/>
                  </a:solidFill>
                </a:ln>
              </p:spPr>
            </p:sp>
            <p:sp>
              <p:nvSpPr>
                <p:cNvPr id="274" name="A Inversion/Reverse process/State 2::Partition state side">
                  <a:extLst>
                    <a:ext uri="{FF2B5EF4-FFF2-40B4-BE49-F238E27FC236}">
                      <ns2:creationId id="{7439F8E6-350F-4CD5-BA03-3EC62AEB9B03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700731" y="1999453"/>
                  <a:ext cx="86925" cy="276094"/>
                </a:xfrm>
                <a:custGeom>
                  <a:pathLst>
                    <a:path w="86925" h="276094">
                      <a:moveTo>
                        <a:pt x="0" y="49207"/>
                      </a:moveTo>
                      <a:lnTo>
                        <a:pt x="86925" y="0"/>
                      </a:lnTo>
                      <a:lnTo>
                        <a:pt x="86925" y="226887"/>
                      </a:lnTo>
                      <a:lnTo>
                        <a:pt x="0" y="276094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CADBFA"/>
                    </a:gs>
                    <a:gs pos="100000">
                      <a:srgbClr val="9BBBEB"/>
                    </a:gs>
                  </a:gsLst>
                  <a:lin ang="3600000"/>
                </a:gradFill>
                <a:ln w="2895">
                  <a:solidFill>
                    <a:srgbClr val="8FADE3"/>
                  </a:solidFill>
                </a:ln>
              </p:spPr>
            </p:sp>
            <p:sp>
              <p:nvSpPr>
                <p:cNvPr id="275" name="A Inversion/Reverse process/State 2::Partition state face">
                  <a:extLst>
                    <a:ext uri="{FF2B5EF4-FFF2-40B4-BE49-F238E27FC236}">
                      <ns2:creationId id="{938D63C7-E378-4295-BE2F-43D33A43B394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462578" y="2048660"/>
                  <a:ext cx="238153" cy="226887"/>
                </a:xfrm>
                <a:prstGeom prst="rect">
                  <a:avLst/>
                </a:prstGeom>
                <a:gradFill>
                  <a:gsLst>
                    <a:gs pos="0">
                      <a:srgbClr val="FCFEFF"/>
                    </a:gs>
                    <a:gs pos="100000">
                      <a:srgbClr val="BAD9FA"/>
                    </a:gs>
                  </a:gsLst>
                  <a:lin ang="3900000"/>
                </a:gradFill>
                <a:ln w="2895">
                  <a:solidFill>
                    <a:srgbClr val="6C99D2"/>
                  </a:solidFill>
                </a:ln>
              </p:spPr>
            </p:sp>
            <p:cxnSp>
              <p:nvCxnSpPr>
                <p:cNvPr id="276" name="A Inversion/Reverse process/State 2::Partition state face col 1">
                  <a:extLst>
                    <a:ext uri="{FF2B5EF4-FFF2-40B4-BE49-F238E27FC236}">
                      <ns2:creationId id="{1F2A0BA2-8C3C-4898-9D5A-A19BEE9ECB21}"/>
                    </a:ext>
                  </a:extLst>
                </p:cNvPr>
                <p:cNvCxnSpPr/>
                <p:nvPr/>
              </p:nvCxnSpPr>
              <p:spPr>
                <a:xfrm flipH="0" flipV="0">
                  <a:off x="2541963" y="2048660"/>
                  <a:ext cx="0" cy="226887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277" name="A Inversion/Reverse process/State 2::Partition state face col 2">
                  <a:extLst>
                    <a:ext uri="{FF2B5EF4-FFF2-40B4-BE49-F238E27FC236}">
                      <ns2:creationId id="{713F08CA-AB0A-499C-8D98-772C9EE110B9}"/>
                    </a:ext>
                  </a:extLst>
                </p:cNvPr>
                <p:cNvCxnSpPr/>
                <p:nvPr/>
              </p:nvCxnSpPr>
              <p:spPr>
                <a:xfrm flipH="0" flipV="0">
                  <a:off x="2621347" y="2048660"/>
                  <a:ext cx="0" cy="226887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278" name="A Inversion/Reverse process/State 2::Partition state face row 1">
                  <a:extLst>
                    <a:ext uri="{FF2B5EF4-FFF2-40B4-BE49-F238E27FC236}">
                      <ns2:creationId id="{5868E130-E0AA-410A-80A4-D959E6D41C06}"/>
                    </a:ext>
                  </a:extLst>
                </p:cNvPr>
                <p:cNvCxnSpPr/>
                <p:nvPr/>
              </p:nvCxnSpPr>
              <p:spPr>
                <a:xfrm flipH="0" flipV="0">
                  <a:off x="2462578" y="2124289"/>
                  <a:ext cx="238153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279" name="A Inversion/Reverse process/State 2::Partition state face row 2">
                  <a:extLst>
                    <a:ext uri="{FF2B5EF4-FFF2-40B4-BE49-F238E27FC236}">
                      <ns2:creationId id="{6997138C-09F1-4B31-81D7-C0E884059D18}"/>
                    </a:ext>
                  </a:extLst>
                </p:cNvPr>
                <p:cNvCxnSpPr/>
                <p:nvPr/>
              </p:nvCxnSpPr>
              <p:spPr>
                <a:xfrm flipH="0" flipV="0">
                  <a:off x="2462578" y="2199918"/>
                  <a:ext cx="238153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280" name="A Inversion/Reverse process/State 2::Partition state top subdivision 1">
                  <a:extLst>
                    <a:ext uri="{FF2B5EF4-FFF2-40B4-BE49-F238E27FC236}">
                      <ns2:creationId id="{6B604C0E-02C6-4852-A524-6DB4B961D75A}"/>
                    </a:ext>
                  </a:extLst>
                </p:cNvPr>
                <p:cNvCxnSpPr/>
                <p:nvPr/>
              </p:nvCxnSpPr>
              <p:spPr>
                <a:xfrm flipH="0" flipV="1">
                  <a:off x="2541963" y="1999453"/>
                  <a:ext cx="78019" cy="49207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281" name="A Inversion/Reverse process/State 2::Partition state side subdivision 1">
                  <a:extLst>
                    <a:ext uri="{FF2B5EF4-FFF2-40B4-BE49-F238E27FC236}">
                      <ns2:creationId id="{AB5EEBC6-AD0F-47F5-99B2-6C318E0C260D}"/>
                    </a:ext>
                  </a:extLst>
                </p:cNvPr>
                <p:cNvCxnSpPr/>
                <p:nvPr/>
              </p:nvCxnSpPr>
              <p:spPr>
                <a:xfrm flipH="0" flipV="1">
                  <a:off x="2700731" y="2075082"/>
                  <a:ext cx="86925" cy="49207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282" name="A Inversion/Reverse process/State 2::Partition state top subdivision 2">
                  <a:extLst>
                    <a:ext uri="{FF2B5EF4-FFF2-40B4-BE49-F238E27FC236}">
                      <ns2:creationId id="{FCB915D7-E852-45A6-AFA1-8395A56677E7}"/>
                    </a:ext>
                  </a:extLst>
                </p:cNvPr>
                <p:cNvCxnSpPr/>
                <p:nvPr/>
              </p:nvCxnSpPr>
              <p:spPr>
                <a:xfrm flipH="0" flipV="1">
                  <a:off x="2621347" y="1999453"/>
                  <a:ext cx="78019" cy="49207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283" name="A Inversion/Reverse process/State 2::Partition state side subdivision 2">
                  <a:extLst>
                    <a:ext uri="{FF2B5EF4-FFF2-40B4-BE49-F238E27FC236}">
                      <ns2:creationId id="{EC173D1C-62D4-436A-9CA7-FF22741C8CF9}"/>
                    </a:ext>
                  </a:extLst>
                </p:cNvPr>
                <p:cNvCxnSpPr/>
                <p:nvPr/>
              </p:nvCxnSpPr>
              <p:spPr>
                <a:xfrm flipH="0" flipV="1">
                  <a:off x="2700731" y="2150711"/>
                  <a:ext cx="86925" cy="49207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</p:grpSp>
          <p:grpSp>
            <p:nvGrpSpPr>
              <p:cNvPr id="591" name="State 3"/>
              <p:cNvGrpSpPr/>
              <p:nvPr/>
            </p:nvGrpSpPr>
            <p:grpSpPr>
              <a:xfrm>
                <a:off x="3117188" y="1999453"/>
                <a:ext cx="347344" cy="276094"/>
                <a:chOff x="3117188" y="1999453"/>
                <a:chExt cx="347344" cy="276094"/>
              </a:xfrm>
            </p:grpSpPr>
            <p:sp>
              <p:nvSpPr>
                <p:cNvPr id="284" name="A Inversion/Reverse process/State 3::Partition state top">
                  <a:extLst>
                    <a:ext uri="{FF2B5EF4-FFF2-40B4-BE49-F238E27FC236}">
                      <ns2:creationId id="{097EC6C1-E0A6-4626-AB45-3C09B86109D6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3117188" y="1999453"/>
                  <a:ext cx="347344" cy="49207"/>
                </a:xfrm>
                <a:custGeom>
                  <a:pathLst>
                    <a:path w="347344" h="49207">
                      <a:moveTo>
                        <a:pt x="0" y="49207"/>
                      </a:moveTo>
                      <a:lnTo>
                        <a:pt x="83363" y="0"/>
                      </a:lnTo>
                      <a:lnTo>
                        <a:pt x="347344" y="0"/>
                      </a:lnTo>
                      <a:lnTo>
                        <a:pt x="255075" y="4920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4F5FF"/>
                    </a:gs>
                    <a:gs pos="100000">
                      <a:srgbClr val="CEDEFA"/>
                    </a:gs>
                  </a:gsLst>
                  <a:lin ang="4200000"/>
                </a:gradFill>
                <a:ln w="2895">
                  <a:solidFill>
                    <a:srgbClr val="9DB6E9"/>
                  </a:solidFill>
                </a:ln>
              </p:spPr>
            </p:sp>
            <p:sp>
              <p:nvSpPr>
                <p:cNvPr id="285" name="A Inversion/Reverse process/State 3::Partition state side">
                  <a:extLst>
                    <a:ext uri="{FF2B5EF4-FFF2-40B4-BE49-F238E27FC236}">
                      <ns2:creationId id="{62F3A161-6C51-460A-BFC9-B783A25298D1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3372263" y="1999453"/>
                  <a:ext cx="92269" cy="276094"/>
                </a:xfrm>
                <a:custGeom>
                  <a:pathLst>
                    <a:path w="92269" h="276094">
                      <a:moveTo>
                        <a:pt x="0" y="49207"/>
                      </a:moveTo>
                      <a:lnTo>
                        <a:pt x="92269" y="0"/>
                      </a:lnTo>
                      <a:lnTo>
                        <a:pt x="92269" y="226887"/>
                      </a:lnTo>
                      <a:lnTo>
                        <a:pt x="0" y="276094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CADBFA"/>
                    </a:gs>
                    <a:gs pos="100000">
                      <a:srgbClr val="9BBBEB"/>
                    </a:gs>
                  </a:gsLst>
                  <a:lin ang="3600000"/>
                </a:gradFill>
                <a:ln w="2895">
                  <a:solidFill>
                    <a:srgbClr val="8FADE3"/>
                  </a:solidFill>
                </a:ln>
              </p:spPr>
            </p:sp>
            <p:sp>
              <p:nvSpPr>
                <p:cNvPr id="286" name="A Inversion/Reverse process/State 3::Partition state face">
                  <a:extLst>
                    <a:ext uri="{FF2B5EF4-FFF2-40B4-BE49-F238E27FC236}">
                      <ns2:creationId id="{A72A5E75-3DB1-4E3F-A072-11E0896D6DE9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3117188" y="2048660"/>
                  <a:ext cx="255075" cy="226887"/>
                </a:xfrm>
                <a:prstGeom prst="rect">
                  <a:avLst/>
                </a:prstGeom>
                <a:gradFill>
                  <a:gsLst>
                    <a:gs pos="0">
                      <a:srgbClr val="FCFEFF"/>
                    </a:gs>
                    <a:gs pos="100000">
                      <a:srgbClr val="BAD9FA"/>
                    </a:gs>
                  </a:gsLst>
                  <a:lin ang="3900000"/>
                </a:gradFill>
                <a:ln w="2895">
                  <a:solidFill>
                    <a:srgbClr val="6C99D2"/>
                  </a:solidFill>
                </a:ln>
              </p:spPr>
            </p:sp>
            <p:cxnSp>
              <p:nvCxnSpPr>
                <p:cNvPr id="287" name="A Inversion/Reverse process/State 3::Partition state face col 1">
                  <a:extLst>
                    <a:ext uri="{FF2B5EF4-FFF2-40B4-BE49-F238E27FC236}">
                      <ns2:creationId id="{A06BDCF4-6F8D-42BB-B056-6C82DFE930F6}"/>
                    </a:ext>
                  </a:extLst>
                </p:cNvPr>
                <p:cNvCxnSpPr/>
                <p:nvPr/>
              </p:nvCxnSpPr>
              <p:spPr>
                <a:xfrm flipH="0" flipV="0">
                  <a:off x="3159700" y="2048660"/>
                  <a:ext cx="0" cy="226887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288" name="A Inversion/Reverse process/State 3::Partition state face col 2">
                  <a:extLst>
                    <a:ext uri="{FF2B5EF4-FFF2-40B4-BE49-F238E27FC236}">
                      <ns2:creationId id="{1F4EEA3B-595F-4D68-B7A8-C13FCFBB1949}"/>
                    </a:ext>
                  </a:extLst>
                </p:cNvPr>
                <p:cNvCxnSpPr/>
                <p:nvPr/>
              </p:nvCxnSpPr>
              <p:spPr>
                <a:xfrm flipH="0" flipV="0">
                  <a:off x="3202213" y="2048660"/>
                  <a:ext cx="0" cy="226887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289" name="A Inversion/Reverse process/State 3::Partition state face col 3">
                  <a:extLst>
                    <a:ext uri="{FF2B5EF4-FFF2-40B4-BE49-F238E27FC236}">
                      <ns2:creationId id="{51389F76-6C82-4B41-8EF5-AB1D30130F83}"/>
                    </a:ext>
                  </a:extLst>
                </p:cNvPr>
                <p:cNvCxnSpPr/>
                <p:nvPr/>
              </p:nvCxnSpPr>
              <p:spPr>
                <a:xfrm flipH="0" flipV="0">
                  <a:off x="3244725" y="2048660"/>
                  <a:ext cx="0" cy="226887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290" name="A Inversion/Reverse process/State 3::Partition state face col 4">
                  <a:extLst>
                    <a:ext uri="{FF2B5EF4-FFF2-40B4-BE49-F238E27FC236}">
                      <ns2:creationId id="{A0BF9213-B493-4200-A775-57FB9BB18448}"/>
                    </a:ext>
                  </a:extLst>
                </p:cNvPr>
                <p:cNvCxnSpPr/>
                <p:nvPr/>
              </p:nvCxnSpPr>
              <p:spPr>
                <a:xfrm flipH="0" flipV="0">
                  <a:off x="3287238" y="2048660"/>
                  <a:ext cx="0" cy="226887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291" name="A Inversion/Reverse process/State 3::Partition state face col 5">
                  <a:extLst>
                    <a:ext uri="{FF2B5EF4-FFF2-40B4-BE49-F238E27FC236}">
                      <ns2:creationId id="{1809FB47-CA41-445A-846F-1A96D7D8A2CF}"/>
                    </a:ext>
                  </a:extLst>
                </p:cNvPr>
                <p:cNvCxnSpPr/>
                <p:nvPr/>
              </p:nvCxnSpPr>
              <p:spPr>
                <a:xfrm flipH="0" flipV="0">
                  <a:off x="3329750" y="2048660"/>
                  <a:ext cx="0" cy="226887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292" name="A Inversion/Reverse process/State 3::Partition state face row 1">
                  <a:extLst>
                    <a:ext uri="{FF2B5EF4-FFF2-40B4-BE49-F238E27FC236}">
                      <ns2:creationId id="{F48334E4-A80D-40E8-A8FA-3FAB1507F51C}"/>
                    </a:ext>
                  </a:extLst>
                </p:cNvPr>
                <p:cNvCxnSpPr/>
                <p:nvPr/>
              </p:nvCxnSpPr>
              <p:spPr>
                <a:xfrm flipH="0" flipV="0">
                  <a:off x="3117188" y="2086475"/>
                  <a:ext cx="255075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293" name="A Inversion/Reverse process/State 3::Partition state face row 2">
                  <a:extLst>
                    <a:ext uri="{FF2B5EF4-FFF2-40B4-BE49-F238E27FC236}">
                      <ns2:creationId id="{ED988CC1-BCF4-4554-93AB-5506A7F49023}"/>
                    </a:ext>
                  </a:extLst>
                </p:cNvPr>
                <p:cNvCxnSpPr/>
                <p:nvPr/>
              </p:nvCxnSpPr>
              <p:spPr>
                <a:xfrm flipH="0" flipV="0">
                  <a:off x="3117188" y="2124289"/>
                  <a:ext cx="255075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294" name="A Inversion/Reverse process/State 3::Partition state face row 3">
                  <a:extLst>
                    <a:ext uri="{FF2B5EF4-FFF2-40B4-BE49-F238E27FC236}">
                      <ns2:creationId id="{D48325F8-60C6-435A-9282-CEF56F9046BC}"/>
                    </a:ext>
                  </a:extLst>
                </p:cNvPr>
                <p:cNvCxnSpPr/>
                <p:nvPr/>
              </p:nvCxnSpPr>
              <p:spPr>
                <a:xfrm flipH="0" flipV="0">
                  <a:off x="3117188" y="2162104"/>
                  <a:ext cx="255075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295" name="A Inversion/Reverse process/State 3::Partition state face row 4">
                  <a:extLst>
                    <a:ext uri="{FF2B5EF4-FFF2-40B4-BE49-F238E27FC236}">
                      <ns2:creationId id="{72D3D042-0509-4057-AC73-6292D48975FF}"/>
                    </a:ext>
                  </a:extLst>
                </p:cNvPr>
                <p:cNvCxnSpPr/>
                <p:nvPr/>
              </p:nvCxnSpPr>
              <p:spPr>
                <a:xfrm flipH="0" flipV="0">
                  <a:off x="3117188" y="2199918"/>
                  <a:ext cx="255075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296" name="A Inversion/Reverse process/State 3::Partition state face row 5">
                  <a:extLst>
                    <a:ext uri="{FF2B5EF4-FFF2-40B4-BE49-F238E27FC236}">
                      <ns2:creationId id="{E81518B2-5DCA-495D-9827-8F464DEEF77A}"/>
                    </a:ext>
                  </a:extLst>
                </p:cNvPr>
                <p:cNvCxnSpPr/>
                <p:nvPr/>
              </p:nvCxnSpPr>
              <p:spPr>
                <a:xfrm flipH="0" flipV="0">
                  <a:off x="3117188" y="2237732"/>
                  <a:ext cx="255075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sp>
              <p:nvSpPr>
                <p:cNvPr id="297" name="A Inversion/Reverse process/State 3::Partition state face split">
                  <a:extLst>
                    <a:ext uri="{FF2B5EF4-FFF2-40B4-BE49-F238E27FC236}">
                      <ns2:creationId id="{EC80E904-7B14-4385-B684-7FD7FAC787D5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3285537" y="2075887"/>
                  <a:ext cx="79073" cy="72604"/>
                </a:xfrm>
                <a:prstGeom prst="rect">
                  <a:avLst/>
                </a:prstGeom>
                <a:solidFill>
                  <a:srgbClr val="FFE9D9"/>
                </a:solidFill>
                <a:ln w="3563">
                  <a:solidFill>
                    <a:srgbClr val="CC834B"/>
                  </a:solidFill>
                </a:ln>
              </p:spPr>
            </p:sp>
            <p:cxnSp>
              <p:nvCxnSpPr>
                <p:cNvPr id="298" name="A Inversion/Reverse process/State 3::Partition state top subdivision 1">
                  <a:extLst>
                    <a:ext uri="{FF2B5EF4-FFF2-40B4-BE49-F238E27FC236}">
                      <ns2:creationId id="{7C89B941-D151-4AE3-A938-F65ADE1611BA}"/>
                    </a:ext>
                  </a:extLst>
                </p:cNvPr>
                <p:cNvCxnSpPr/>
                <p:nvPr/>
              </p:nvCxnSpPr>
              <p:spPr>
                <a:xfrm flipH="0" flipV="1">
                  <a:off x="3159700" y="1999453"/>
                  <a:ext cx="83363" cy="49207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299" name="A Inversion/Reverse process/State 3::Partition state side subdivision 1">
                  <a:extLst>
                    <a:ext uri="{FF2B5EF4-FFF2-40B4-BE49-F238E27FC236}">
                      <ns2:creationId id="{21DB95FC-5D8D-46DE-BA08-A52FFBB19BB8}"/>
                    </a:ext>
                  </a:extLst>
                </p:cNvPr>
                <p:cNvCxnSpPr/>
                <p:nvPr/>
              </p:nvCxnSpPr>
              <p:spPr>
                <a:xfrm flipH="0" flipV="1">
                  <a:off x="3372263" y="2037268"/>
                  <a:ext cx="92269" cy="49207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00" name="A Inversion/Reverse process/State 3::Partition state top subdivision 2">
                  <a:extLst>
                    <a:ext uri="{FF2B5EF4-FFF2-40B4-BE49-F238E27FC236}">
                      <ns2:creationId id="{207BD131-D449-40E5-AB5A-E744C67C1713}"/>
                    </a:ext>
                  </a:extLst>
                </p:cNvPr>
                <p:cNvCxnSpPr/>
                <p:nvPr/>
              </p:nvCxnSpPr>
              <p:spPr>
                <a:xfrm flipH="0" flipV="1">
                  <a:off x="3202213" y="1999453"/>
                  <a:ext cx="83363" cy="49207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01" name="A Inversion/Reverse process/State 3::Partition state side subdivision 2">
                  <a:extLst>
                    <a:ext uri="{FF2B5EF4-FFF2-40B4-BE49-F238E27FC236}">
                      <ns2:creationId id="{F7B5FB5C-5EA4-45CE-BF89-AE23CD31643B}"/>
                    </a:ext>
                  </a:extLst>
                </p:cNvPr>
                <p:cNvCxnSpPr/>
                <p:nvPr/>
              </p:nvCxnSpPr>
              <p:spPr>
                <a:xfrm flipH="0" flipV="1">
                  <a:off x="3372263" y="2075082"/>
                  <a:ext cx="92269" cy="49207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02" name="A Inversion/Reverse process/State 3::Partition state top subdivision 3">
                  <a:extLst>
                    <a:ext uri="{FF2B5EF4-FFF2-40B4-BE49-F238E27FC236}">
                      <ns2:creationId id="{D3DB2B57-FB3F-4C18-BF9F-0E6456FE64D6}"/>
                    </a:ext>
                  </a:extLst>
                </p:cNvPr>
                <p:cNvCxnSpPr/>
                <p:nvPr/>
              </p:nvCxnSpPr>
              <p:spPr>
                <a:xfrm flipH="0" flipV="1">
                  <a:off x="3244725" y="1999453"/>
                  <a:ext cx="83363" cy="49207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03" name="A Inversion/Reverse process/State 3::Partition state side subdivision 3">
                  <a:extLst>
                    <a:ext uri="{FF2B5EF4-FFF2-40B4-BE49-F238E27FC236}">
                      <ns2:creationId id="{A3242715-02A8-4734-ACEF-39AC5F41A9DD}"/>
                    </a:ext>
                  </a:extLst>
                </p:cNvPr>
                <p:cNvCxnSpPr/>
                <p:nvPr/>
              </p:nvCxnSpPr>
              <p:spPr>
                <a:xfrm flipH="0" flipV="1">
                  <a:off x="3372263" y="2112896"/>
                  <a:ext cx="92269" cy="49207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04" name="A Inversion/Reverse process/State 3::Partition state top subdivision 4">
                  <a:extLst>
                    <a:ext uri="{FF2B5EF4-FFF2-40B4-BE49-F238E27FC236}">
                      <ns2:creationId id="{3C11E542-BF79-405E-B8BE-9C9CD8F406D9}"/>
                    </a:ext>
                  </a:extLst>
                </p:cNvPr>
                <p:cNvCxnSpPr/>
                <p:nvPr/>
              </p:nvCxnSpPr>
              <p:spPr>
                <a:xfrm flipH="0" flipV="1">
                  <a:off x="3287238" y="1999453"/>
                  <a:ext cx="83363" cy="49207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05" name="A Inversion/Reverse process/State 3::Partition state side subdivision 4">
                  <a:extLst>
                    <a:ext uri="{FF2B5EF4-FFF2-40B4-BE49-F238E27FC236}">
                      <ns2:creationId id="{4EC70729-BB98-402D-9433-6D689F213E06}"/>
                    </a:ext>
                  </a:extLst>
                </p:cNvPr>
                <p:cNvCxnSpPr/>
                <p:nvPr/>
              </p:nvCxnSpPr>
              <p:spPr>
                <a:xfrm flipH="0" flipV="1">
                  <a:off x="3372263" y="2150711"/>
                  <a:ext cx="92269" cy="49207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06" name="A Inversion/Reverse process/State 3::Partition state top subdivision 5">
                  <a:extLst>
                    <a:ext uri="{FF2B5EF4-FFF2-40B4-BE49-F238E27FC236}">
                      <ns2:creationId id="{9ACC1E1A-B6E8-4BC4-9638-179F33B7F7D8}"/>
                    </a:ext>
                  </a:extLst>
                </p:cNvPr>
                <p:cNvCxnSpPr/>
                <p:nvPr/>
              </p:nvCxnSpPr>
              <p:spPr>
                <a:xfrm flipH="0" flipV="1">
                  <a:off x="3329750" y="1999453"/>
                  <a:ext cx="83363" cy="49207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07" name="A Inversion/Reverse process/State 3::Partition state side subdivision 5">
                  <a:extLst>
                    <a:ext uri="{FF2B5EF4-FFF2-40B4-BE49-F238E27FC236}">
                      <ns2:creationId id="{226968B8-0B78-48EF-A3B4-5A833F6B9002}"/>
                    </a:ext>
                  </a:extLst>
                </p:cNvPr>
                <p:cNvCxnSpPr/>
                <p:nvPr/>
              </p:nvCxnSpPr>
              <p:spPr>
                <a:xfrm flipH="0" flipV="1">
                  <a:off x="3372263" y="2188525"/>
                  <a:ext cx="92269" cy="49207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</p:grpSp>
          <p:grpSp>
            <p:nvGrpSpPr>
              <p:cNvPr id="592" name="State 4"/>
              <p:cNvGrpSpPr/>
              <p:nvPr/>
            </p:nvGrpSpPr>
            <p:grpSpPr>
              <a:xfrm>
                <a:off x="3771797" y="2008359"/>
                <a:ext cx="325078" cy="276094"/>
                <a:chOff x="3771797" y="2008359"/>
                <a:chExt cx="325078" cy="276094"/>
              </a:xfrm>
            </p:grpSpPr>
            <p:sp>
              <p:nvSpPr>
                <p:cNvPr id="308" name="A Inversion/Reverse process/State 4::Partition state top">
                  <a:extLst>
                    <a:ext uri="{FF2B5EF4-FFF2-40B4-BE49-F238E27FC236}">
                      <ns2:creationId id="{3D8713D7-A425-400E-AD15-BA48E03AD0F4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3771797" y="2008359"/>
                  <a:ext cx="325078" cy="49207"/>
                </a:xfrm>
                <a:custGeom>
                  <a:pathLst>
                    <a:path w="325078" h="49207">
                      <a:moveTo>
                        <a:pt x="0" y="49207"/>
                      </a:moveTo>
                      <a:lnTo>
                        <a:pt x="78019" y="0"/>
                      </a:lnTo>
                      <a:lnTo>
                        <a:pt x="325078" y="0"/>
                      </a:lnTo>
                      <a:lnTo>
                        <a:pt x="238153" y="4920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4F5FF"/>
                    </a:gs>
                    <a:gs pos="100000">
                      <a:srgbClr val="CEDEFA"/>
                    </a:gs>
                  </a:gsLst>
                  <a:lin ang="4200000"/>
                </a:gradFill>
                <a:ln w="2895">
                  <a:solidFill>
                    <a:srgbClr val="9DB6E9"/>
                  </a:solidFill>
                </a:ln>
              </p:spPr>
            </p:sp>
            <p:sp>
              <p:nvSpPr>
                <p:cNvPr id="309" name="A Inversion/Reverse process/State 4::Partition state side">
                  <a:extLst>
                    <a:ext uri="{FF2B5EF4-FFF2-40B4-BE49-F238E27FC236}">
                      <ns2:creationId id="{F9CB4F33-E838-4360-80AA-A58B7646410B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4009950" y="2008359"/>
                  <a:ext cx="86925" cy="276094"/>
                </a:xfrm>
                <a:custGeom>
                  <a:pathLst>
                    <a:path w="86925" h="276094">
                      <a:moveTo>
                        <a:pt x="0" y="49207"/>
                      </a:moveTo>
                      <a:lnTo>
                        <a:pt x="86925" y="0"/>
                      </a:lnTo>
                      <a:lnTo>
                        <a:pt x="86925" y="226887"/>
                      </a:lnTo>
                      <a:lnTo>
                        <a:pt x="0" y="276094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CADBFA"/>
                    </a:gs>
                    <a:gs pos="100000">
                      <a:srgbClr val="9BBBEB"/>
                    </a:gs>
                  </a:gsLst>
                  <a:lin ang="3600000"/>
                </a:gradFill>
                <a:ln w="2895">
                  <a:solidFill>
                    <a:srgbClr val="8FADE3"/>
                  </a:solidFill>
                </a:ln>
              </p:spPr>
            </p:sp>
            <p:sp>
              <p:nvSpPr>
                <p:cNvPr id="310" name="A Inversion/Reverse process/State 4::Partition state face">
                  <a:extLst>
                    <a:ext uri="{FF2B5EF4-FFF2-40B4-BE49-F238E27FC236}">
                      <ns2:creationId id="{8D23922B-AA2C-4E35-BA24-3C1777BFB36A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3771797" y="2057566"/>
                  <a:ext cx="238153" cy="226887"/>
                </a:xfrm>
                <a:prstGeom prst="rect">
                  <a:avLst/>
                </a:prstGeom>
                <a:gradFill>
                  <a:gsLst>
                    <a:gs pos="0">
                      <a:srgbClr val="FCFEFF"/>
                    </a:gs>
                    <a:gs pos="100000">
                      <a:srgbClr val="BAD9FA"/>
                    </a:gs>
                  </a:gsLst>
                  <a:lin ang="3900000"/>
                </a:gradFill>
                <a:ln w="2895">
                  <a:solidFill>
                    <a:srgbClr val="6C99D2"/>
                  </a:solidFill>
                </a:ln>
              </p:spPr>
            </p:sp>
            <p:cxnSp>
              <p:nvCxnSpPr>
                <p:cNvPr id="311" name="A Inversion/Reverse process/State 4::Partition state face col 1">
                  <a:extLst>
                    <a:ext uri="{FF2B5EF4-FFF2-40B4-BE49-F238E27FC236}">
                      <ns2:creationId id="{F12E98D8-F73D-4487-873C-0F7728246582}"/>
                    </a:ext>
                  </a:extLst>
                </p:cNvPr>
                <p:cNvCxnSpPr/>
                <p:nvPr/>
              </p:nvCxnSpPr>
              <p:spPr>
                <a:xfrm flipH="0" flipV="0">
                  <a:off x="3811489" y="2057566"/>
                  <a:ext cx="0" cy="226887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12" name="A Inversion/Reverse process/State 4::Partition state face col 2">
                  <a:extLst>
                    <a:ext uri="{FF2B5EF4-FFF2-40B4-BE49-F238E27FC236}">
                      <ns2:creationId id="{8276B814-7B3A-4989-80AF-05F4C8D0479B}"/>
                    </a:ext>
                  </a:extLst>
                </p:cNvPr>
                <p:cNvCxnSpPr/>
                <p:nvPr/>
              </p:nvCxnSpPr>
              <p:spPr>
                <a:xfrm flipH="0" flipV="0">
                  <a:off x="3851181" y="2057566"/>
                  <a:ext cx="0" cy="226887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13" name="A Inversion/Reverse process/State 4::Partition state face col 3">
                  <a:extLst>
                    <a:ext uri="{FF2B5EF4-FFF2-40B4-BE49-F238E27FC236}">
                      <ns2:creationId id="{E93670AB-F05B-4796-BEA2-B89256DC6C5A}"/>
                    </a:ext>
                  </a:extLst>
                </p:cNvPr>
                <p:cNvCxnSpPr/>
                <p:nvPr/>
              </p:nvCxnSpPr>
              <p:spPr>
                <a:xfrm flipH="0" flipV="0">
                  <a:off x="3890873" y="2057566"/>
                  <a:ext cx="0" cy="226887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14" name="A Inversion/Reverse process/State 4::Partition state face col 4">
                  <a:extLst>
                    <a:ext uri="{FF2B5EF4-FFF2-40B4-BE49-F238E27FC236}">
                      <ns2:creationId id="{0A92BB61-2190-4BDE-9ECC-C9B155E22515}"/>
                    </a:ext>
                  </a:extLst>
                </p:cNvPr>
                <p:cNvCxnSpPr/>
                <p:nvPr/>
              </p:nvCxnSpPr>
              <p:spPr>
                <a:xfrm flipH="0" flipV="0">
                  <a:off x="3930566" y="2057566"/>
                  <a:ext cx="0" cy="226887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15" name="A Inversion/Reverse process/State 4::Partition state face col 5">
                  <a:extLst>
                    <a:ext uri="{FF2B5EF4-FFF2-40B4-BE49-F238E27FC236}">
                      <ns2:creationId id="{18B7CBAB-5D95-44B1-B1B6-7FE341D2DB5E}"/>
                    </a:ext>
                  </a:extLst>
                </p:cNvPr>
                <p:cNvCxnSpPr/>
                <p:nvPr/>
              </p:nvCxnSpPr>
              <p:spPr>
                <a:xfrm flipH="0" flipV="0">
                  <a:off x="3970258" y="2057566"/>
                  <a:ext cx="0" cy="226887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16" name="A Inversion/Reverse process/State 4::Partition state face row 1">
                  <a:extLst>
                    <a:ext uri="{FF2B5EF4-FFF2-40B4-BE49-F238E27FC236}">
                      <ns2:creationId id="{27BF1368-A2D5-48B7-810E-4BC6AB545EED}"/>
                    </a:ext>
                  </a:extLst>
                </p:cNvPr>
                <p:cNvCxnSpPr/>
                <p:nvPr/>
              </p:nvCxnSpPr>
              <p:spPr>
                <a:xfrm flipH="0" flipV="0">
                  <a:off x="3771797" y="2095381"/>
                  <a:ext cx="238153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17" name="A Inversion/Reverse process/State 4::Partition state face row 2">
                  <a:extLst>
                    <a:ext uri="{FF2B5EF4-FFF2-40B4-BE49-F238E27FC236}">
                      <ns2:creationId id="{DD9FEF51-192F-4DEF-B9C9-743E3D3CE398}"/>
                    </a:ext>
                  </a:extLst>
                </p:cNvPr>
                <p:cNvCxnSpPr/>
                <p:nvPr/>
              </p:nvCxnSpPr>
              <p:spPr>
                <a:xfrm flipH="0" flipV="0">
                  <a:off x="3771797" y="2133195"/>
                  <a:ext cx="238153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18" name="A Inversion/Reverse process/State 4::Partition state face row 3">
                  <a:extLst>
                    <a:ext uri="{FF2B5EF4-FFF2-40B4-BE49-F238E27FC236}">
                      <ns2:creationId id="{F76D0C51-F6D8-4A7C-B312-BA135206EB4A}"/>
                    </a:ext>
                  </a:extLst>
                </p:cNvPr>
                <p:cNvCxnSpPr/>
                <p:nvPr/>
              </p:nvCxnSpPr>
              <p:spPr>
                <a:xfrm flipH="0" flipV="0">
                  <a:off x="3771797" y="2171010"/>
                  <a:ext cx="238153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19" name="A Inversion/Reverse process/State 4::Partition state face row 4">
                  <a:extLst>
                    <a:ext uri="{FF2B5EF4-FFF2-40B4-BE49-F238E27FC236}">
                      <ns2:creationId id="{9363EBD6-E41D-4A15-84BB-70F47AC29FD0}"/>
                    </a:ext>
                  </a:extLst>
                </p:cNvPr>
                <p:cNvCxnSpPr/>
                <p:nvPr/>
              </p:nvCxnSpPr>
              <p:spPr>
                <a:xfrm flipH="0" flipV="0">
                  <a:off x="3771797" y="2208824"/>
                  <a:ext cx="238153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20" name="A Inversion/Reverse process/State 4::Partition state face row 5">
                  <a:extLst>
                    <a:ext uri="{FF2B5EF4-FFF2-40B4-BE49-F238E27FC236}">
                      <ns2:creationId id="{0F5CF4E2-E8C0-43FC-A1BA-AF1E63545C09}"/>
                    </a:ext>
                  </a:extLst>
                </p:cNvPr>
                <p:cNvCxnSpPr/>
                <p:nvPr/>
              </p:nvCxnSpPr>
              <p:spPr>
                <a:xfrm flipH="0" flipV="0">
                  <a:off x="3771797" y="2246639"/>
                  <a:ext cx="238153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21" name="A Inversion/Reverse process/State 4::Partition state top subdivision 1">
                  <a:extLst>
                    <a:ext uri="{FF2B5EF4-FFF2-40B4-BE49-F238E27FC236}">
                      <ns2:creationId id="{D1809754-0B28-4ECD-BDC6-70E7EACFCC87}"/>
                    </a:ext>
                  </a:extLst>
                </p:cNvPr>
                <p:cNvCxnSpPr/>
                <p:nvPr/>
              </p:nvCxnSpPr>
              <p:spPr>
                <a:xfrm flipH="0" flipV="1">
                  <a:off x="3811489" y="2008359"/>
                  <a:ext cx="78019" cy="49207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22" name="A Inversion/Reverse process/State 4::Partition state side subdivision 1">
                  <a:extLst>
                    <a:ext uri="{FF2B5EF4-FFF2-40B4-BE49-F238E27FC236}">
                      <ns2:creationId id="{3D7F8EC0-D40E-473C-89B4-BC7082DBD350}"/>
                    </a:ext>
                  </a:extLst>
                </p:cNvPr>
                <p:cNvCxnSpPr/>
                <p:nvPr/>
              </p:nvCxnSpPr>
              <p:spPr>
                <a:xfrm flipH="0" flipV="1">
                  <a:off x="4009950" y="2046174"/>
                  <a:ext cx="86925" cy="49207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23" name="A Inversion/Reverse process/State 4::Partition state top subdivision 2">
                  <a:extLst>
                    <a:ext uri="{FF2B5EF4-FFF2-40B4-BE49-F238E27FC236}">
                      <ns2:creationId id="{6AEC3739-B222-4414-BEB2-778E4E39A6AC}"/>
                    </a:ext>
                  </a:extLst>
                </p:cNvPr>
                <p:cNvCxnSpPr/>
                <p:nvPr/>
              </p:nvCxnSpPr>
              <p:spPr>
                <a:xfrm flipH="0" flipV="1">
                  <a:off x="3851181" y="2008359"/>
                  <a:ext cx="78019" cy="49207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24" name="A Inversion/Reverse process/State 4::Partition state side subdivision 2">
                  <a:extLst>
                    <a:ext uri="{FF2B5EF4-FFF2-40B4-BE49-F238E27FC236}">
                      <ns2:creationId id="{B8113DC6-D23E-4065-924A-8705791438BC}"/>
                    </a:ext>
                  </a:extLst>
                </p:cNvPr>
                <p:cNvCxnSpPr/>
                <p:nvPr/>
              </p:nvCxnSpPr>
              <p:spPr>
                <a:xfrm flipH="0" flipV="1">
                  <a:off x="4009950" y="2083988"/>
                  <a:ext cx="86925" cy="49207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25" name="A Inversion/Reverse process/State 4::Partition state top subdivision 3">
                  <a:extLst>
                    <a:ext uri="{FF2B5EF4-FFF2-40B4-BE49-F238E27FC236}">
                      <ns2:creationId id="{7A0E79D9-30DE-4128-B253-BD22CB55120A}"/>
                    </a:ext>
                  </a:extLst>
                </p:cNvPr>
                <p:cNvCxnSpPr/>
                <p:nvPr/>
              </p:nvCxnSpPr>
              <p:spPr>
                <a:xfrm flipH="0" flipV="1">
                  <a:off x="3890873" y="2008359"/>
                  <a:ext cx="78019" cy="49207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26" name="A Inversion/Reverse process/State 4::Partition state side subdivision 3">
                  <a:extLst>
                    <a:ext uri="{FF2B5EF4-FFF2-40B4-BE49-F238E27FC236}">
                      <ns2:creationId id="{CD7907AA-AEC1-4D7A-89FD-6720EB32A918}"/>
                    </a:ext>
                  </a:extLst>
                </p:cNvPr>
                <p:cNvCxnSpPr/>
                <p:nvPr/>
              </p:nvCxnSpPr>
              <p:spPr>
                <a:xfrm flipH="0" flipV="1">
                  <a:off x="4009950" y="2121803"/>
                  <a:ext cx="86925" cy="49207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27" name="A Inversion/Reverse process/State 4::Partition state top subdivision 4">
                  <a:extLst>
                    <a:ext uri="{FF2B5EF4-FFF2-40B4-BE49-F238E27FC236}">
                      <ns2:creationId id="{5F5FDBD1-7F82-4870-A264-CD1F940556D4}"/>
                    </a:ext>
                  </a:extLst>
                </p:cNvPr>
                <p:cNvCxnSpPr/>
                <p:nvPr/>
              </p:nvCxnSpPr>
              <p:spPr>
                <a:xfrm flipH="0" flipV="1">
                  <a:off x="3930566" y="2008359"/>
                  <a:ext cx="78019" cy="49207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28" name="A Inversion/Reverse process/State 4::Partition state side subdivision 4">
                  <a:extLst>
                    <a:ext uri="{FF2B5EF4-FFF2-40B4-BE49-F238E27FC236}">
                      <ns2:creationId id="{BCAD8428-4C55-4502-BDB8-BB481EEB8765}"/>
                    </a:ext>
                  </a:extLst>
                </p:cNvPr>
                <p:cNvCxnSpPr/>
                <p:nvPr/>
              </p:nvCxnSpPr>
              <p:spPr>
                <a:xfrm flipH="0" flipV="1">
                  <a:off x="4009950" y="2159617"/>
                  <a:ext cx="86925" cy="49207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29" name="A Inversion/Reverse process/State 4::Partition state top subdivision 5">
                  <a:extLst>
                    <a:ext uri="{FF2B5EF4-FFF2-40B4-BE49-F238E27FC236}">
                      <ns2:creationId id="{9D14C85B-7193-4F93-83EC-BF5603EA9390}"/>
                    </a:ext>
                  </a:extLst>
                </p:cNvPr>
                <p:cNvCxnSpPr/>
                <p:nvPr/>
              </p:nvCxnSpPr>
              <p:spPr>
                <a:xfrm flipH="0" flipV="1">
                  <a:off x="3970258" y="2008359"/>
                  <a:ext cx="78019" cy="49207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30" name="A Inversion/Reverse process/State 4::Partition state side subdivision 5">
                  <a:extLst>
                    <a:ext uri="{FF2B5EF4-FFF2-40B4-BE49-F238E27FC236}">
                      <ns2:creationId id="{468B27F2-DE8D-47F0-A868-7A981ED4341F}"/>
                    </a:ext>
                  </a:extLst>
                </p:cNvPr>
                <p:cNvCxnSpPr/>
                <p:nvPr/>
              </p:nvCxnSpPr>
              <p:spPr>
                <a:xfrm flipH="0" flipV="1">
                  <a:off x="4009950" y="2197432"/>
                  <a:ext cx="86925" cy="49207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</p:grpSp>
          <p:grpSp>
            <p:nvGrpSpPr>
              <p:cNvPr id="593" name="State 5"/>
              <p:cNvGrpSpPr/>
              <p:nvPr/>
            </p:nvGrpSpPr>
            <p:grpSpPr>
              <a:xfrm>
                <a:off x="4426406" y="1999453"/>
                <a:ext cx="369610" cy="285000"/>
                <a:chOff x="4426406" y="1999453"/>
                <a:chExt cx="369610" cy="285000"/>
              </a:xfrm>
            </p:grpSpPr>
            <p:sp>
              <p:nvSpPr>
                <p:cNvPr id="331" name="A Inversion/Reverse process/State 5::Partition state top">
                  <a:extLst>
                    <a:ext uri="{FF2B5EF4-FFF2-40B4-BE49-F238E27FC236}">
                      <ns2:creationId id="{8C711E27-A344-4753-B2D0-7702C2260CD0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4426406" y="1999453"/>
                  <a:ext cx="369609" cy="50721"/>
                </a:xfrm>
                <a:custGeom>
                  <a:pathLst>
                    <a:path w="369609" h="50721">
                      <a:moveTo>
                        <a:pt x="0" y="50721"/>
                      </a:moveTo>
                      <a:lnTo>
                        <a:pt x="88706" y="0"/>
                      </a:lnTo>
                      <a:lnTo>
                        <a:pt x="369609" y="0"/>
                      </a:lnTo>
                      <a:lnTo>
                        <a:pt x="271997" y="5072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4F5FF"/>
                    </a:gs>
                    <a:gs pos="100000">
                      <a:srgbClr val="CEDEFA"/>
                    </a:gs>
                  </a:gsLst>
                  <a:lin ang="4200000"/>
                </a:gradFill>
                <a:ln w="2895">
                  <a:solidFill>
                    <a:srgbClr val="9DB6E9"/>
                  </a:solidFill>
                </a:ln>
              </p:spPr>
            </p:sp>
            <p:sp>
              <p:nvSpPr>
                <p:cNvPr id="332" name="A Inversion/Reverse process/State 5::Partition state side">
                  <a:extLst>
                    <a:ext uri="{FF2B5EF4-FFF2-40B4-BE49-F238E27FC236}">
                      <ns2:creationId id="{99A56E20-B1CE-402A-AE25-B8C72160B235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4698403" y="1999453"/>
                  <a:ext cx="97613" cy="285000"/>
                </a:xfrm>
                <a:custGeom>
                  <a:pathLst>
                    <a:path w="97613" h="285000">
                      <a:moveTo>
                        <a:pt x="0" y="50721"/>
                      </a:moveTo>
                      <a:lnTo>
                        <a:pt x="97613" y="0"/>
                      </a:lnTo>
                      <a:lnTo>
                        <a:pt x="97613" y="234279"/>
                      </a:lnTo>
                      <a:lnTo>
                        <a:pt x="0" y="28500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CADBFA"/>
                    </a:gs>
                    <a:gs pos="100000">
                      <a:srgbClr val="9BBBEB"/>
                    </a:gs>
                  </a:gsLst>
                  <a:lin ang="3600000"/>
                </a:gradFill>
                <a:ln w="2895">
                  <a:solidFill>
                    <a:srgbClr val="8FADE3"/>
                  </a:solidFill>
                </a:ln>
              </p:spPr>
            </p:sp>
            <p:sp>
              <p:nvSpPr>
                <p:cNvPr id="333" name="A Inversion/Reverse process/State 5::Partition state face">
                  <a:extLst>
                    <a:ext uri="{FF2B5EF4-FFF2-40B4-BE49-F238E27FC236}">
                      <ns2:creationId id="{3AA9BE48-528F-4189-A6B7-AB29F9AE20D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4426406" y="2050174"/>
                  <a:ext cx="271997" cy="234279"/>
                </a:xfrm>
                <a:prstGeom prst="rect">
                  <a:avLst/>
                </a:prstGeom>
                <a:gradFill>
                  <a:gsLst>
                    <a:gs pos="0">
                      <a:srgbClr val="FCFEFF"/>
                    </a:gs>
                    <a:gs pos="100000">
                      <a:srgbClr val="BAD9FA"/>
                    </a:gs>
                  </a:gsLst>
                  <a:lin ang="3900000"/>
                </a:gradFill>
                <a:ln w="2895">
                  <a:solidFill>
                    <a:srgbClr val="6C99D2"/>
                  </a:solidFill>
                </a:ln>
              </p:spPr>
            </p:sp>
            <p:cxnSp>
              <p:nvCxnSpPr>
                <p:cNvPr id="334" name="A Inversion/Reverse process/State 5::Partition state face col 1">
                  <a:extLst>
                    <a:ext uri="{FF2B5EF4-FFF2-40B4-BE49-F238E27FC236}">
                      <ns2:creationId id="{8947E00B-53A1-418A-8769-4868652B2E44}"/>
                    </a:ext>
                  </a:extLst>
                </p:cNvPr>
                <p:cNvCxnSpPr/>
                <p:nvPr/>
              </p:nvCxnSpPr>
              <p:spPr>
                <a:xfrm flipH="0" flipV="0">
                  <a:off x="4471739" y="2050174"/>
                  <a:ext cx="0" cy="234279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35" name="A Inversion/Reverse process/State 5::Partition state face col 2">
                  <a:extLst>
                    <a:ext uri="{FF2B5EF4-FFF2-40B4-BE49-F238E27FC236}">
                      <ns2:creationId id="{BBF89425-4987-49D3-A669-6E8E79AF123E}"/>
                    </a:ext>
                  </a:extLst>
                </p:cNvPr>
                <p:cNvCxnSpPr/>
                <p:nvPr/>
              </p:nvCxnSpPr>
              <p:spPr>
                <a:xfrm flipH="0" flipV="0">
                  <a:off x="4517072" y="2050174"/>
                  <a:ext cx="0" cy="234279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36" name="A Inversion/Reverse process/State 5::Partition state face col 3">
                  <a:extLst>
                    <a:ext uri="{FF2B5EF4-FFF2-40B4-BE49-F238E27FC236}">
                      <ns2:creationId id="{64FD55E4-198D-4317-8506-FC45975D904C}"/>
                    </a:ext>
                  </a:extLst>
                </p:cNvPr>
                <p:cNvCxnSpPr/>
                <p:nvPr/>
              </p:nvCxnSpPr>
              <p:spPr>
                <a:xfrm flipH="0" flipV="0">
                  <a:off x="4562405" y="2050174"/>
                  <a:ext cx="0" cy="234279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37" name="A Inversion/Reverse process/State 5::Partition state face col 4">
                  <a:extLst>
                    <a:ext uri="{FF2B5EF4-FFF2-40B4-BE49-F238E27FC236}">
                      <ns2:creationId id="{FBF0DEDE-7C11-4F72-8F72-DD4825077AAA}"/>
                    </a:ext>
                  </a:extLst>
                </p:cNvPr>
                <p:cNvCxnSpPr/>
                <p:nvPr/>
              </p:nvCxnSpPr>
              <p:spPr>
                <a:xfrm flipH="0" flipV="0">
                  <a:off x="4607738" y="2050174"/>
                  <a:ext cx="0" cy="234279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38" name="A Inversion/Reverse process/State 5::Partition state face col 5">
                  <a:extLst>
                    <a:ext uri="{FF2B5EF4-FFF2-40B4-BE49-F238E27FC236}">
                      <ns2:creationId id="{8F16DDD1-F834-4BDB-9A26-E90A7DD680EE}"/>
                    </a:ext>
                  </a:extLst>
                </p:cNvPr>
                <p:cNvCxnSpPr/>
                <p:nvPr/>
              </p:nvCxnSpPr>
              <p:spPr>
                <a:xfrm flipH="0" flipV="0">
                  <a:off x="4653070" y="2050174"/>
                  <a:ext cx="0" cy="234279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39" name="A Inversion/Reverse process/State 5::Partition state face row 1">
                  <a:extLst>
                    <a:ext uri="{FF2B5EF4-FFF2-40B4-BE49-F238E27FC236}">
                      <ns2:creationId id="{EC3FEEA1-6D6E-4E39-8EC5-EC42A53D9B24}"/>
                    </a:ext>
                  </a:extLst>
                </p:cNvPr>
                <p:cNvCxnSpPr/>
                <p:nvPr/>
              </p:nvCxnSpPr>
              <p:spPr>
                <a:xfrm flipH="0" flipV="0">
                  <a:off x="4426406" y="2089221"/>
                  <a:ext cx="271997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40" name="A Inversion/Reverse process/State 5::Partition state face row 2">
                  <a:extLst>
                    <a:ext uri="{FF2B5EF4-FFF2-40B4-BE49-F238E27FC236}">
                      <ns2:creationId id="{100EC6D2-B045-4D46-AF33-07ECB562B01F}"/>
                    </a:ext>
                  </a:extLst>
                </p:cNvPr>
                <p:cNvCxnSpPr/>
                <p:nvPr/>
              </p:nvCxnSpPr>
              <p:spPr>
                <a:xfrm flipH="0" flipV="0">
                  <a:off x="4426406" y="2128267"/>
                  <a:ext cx="271997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41" name="A Inversion/Reverse process/State 5::Partition state face row 3">
                  <a:extLst>
                    <a:ext uri="{FF2B5EF4-FFF2-40B4-BE49-F238E27FC236}">
                      <ns2:creationId id="{9B73B668-CFBD-4F38-8901-9EDA8A2F1214}"/>
                    </a:ext>
                  </a:extLst>
                </p:cNvPr>
                <p:cNvCxnSpPr/>
                <p:nvPr/>
              </p:nvCxnSpPr>
              <p:spPr>
                <a:xfrm flipH="0" flipV="0">
                  <a:off x="4426406" y="2167314"/>
                  <a:ext cx="271997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42" name="A Inversion/Reverse process/State 5::Partition state face row 4">
                  <a:extLst>
                    <a:ext uri="{FF2B5EF4-FFF2-40B4-BE49-F238E27FC236}">
                      <ns2:creationId id="{376EB3A1-400A-4D8B-912C-8F9341B44B15}"/>
                    </a:ext>
                  </a:extLst>
                </p:cNvPr>
                <p:cNvCxnSpPr/>
                <p:nvPr/>
              </p:nvCxnSpPr>
              <p:spPr>
                <a:xfrm flipH="0" flipV="0">
                  <a:off x="4426406" y="2206360"/>
                  <a:ext cx="271997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cxnSp>
              <p:nvCxnSpPr>
                <p:cNvPr id="343" name="A Inversion/Reverse process/State 5::Partition state face row 5">
                  <a:extLst>
                    <a:ext uri="{FF2B5EF4-FFF2-40B4-BE49-F238E27FC236}">
                      <ns2:creationId id="{F30BBD26-F1A9-4104-B770-1FF2AB6DE5EF}"/>
                    </a:ext>
                  </a:extLst>
                </p:cNvPr>
                <p:cNvCxnSpPr/>
                <p:nvPr/>
              </p:nvCxnSpPr>
              <p:spPr>
                <a:xfrm flipH="0" flipV="0">
                  <a:off x="4426406" y="2245407"/>
                  <a:ext cx="271997" cy="0"/>
                </a:xfrm>
                <a:prstGeom prst="straightConnector1">
                  <a:avLst/>
                </a:prstGeom>
                <a:ln w="2004">
                  <a:solidFill>
                    <a:srgbClr val="6C99D2"/>
                  </a:solidFill>
                  <a:prstDash val="solid"/>
                </a:ln>
              </p:spPr>
            </p:cxnSp>
            <p:sp>
              <p:nvSpPr>
                <p:cNvPr id="344" name="A Inversion/Reverse process/State 5::Partition state face split">
                  <a:extLst>
                    <a:ext uri="{FF2B5EF4-FFF2-40B4-BE49-F238E27FC236}">
                      <ns2:creationId id="{2084C8F9-8E4B-4BD4-89EF-C586B95B51E9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4605924" y="2078288"/>
                  <a:ext cx="84319" cy="74969"/>
                </a:xfrm>
                <a:prstGeom prst="rect">
                  <a:avLst/>
                </a:prstGeom>
                <a:solidFill>
                  <a:srgbClr val="FFE9D9"/>
                </a:solidFill>
                <a:ln w="3563">
                  <a:solidFill>
                    <a:srgbClr val="CC834B"/>
                  </a:solidFill>
                </a:ln>
              </p:spPr>
            </p:sp>
            <p:cxnSp>
              <p:nvCxnSpPr>
                <p:cNvPr id="345" name="A Inversion/Reverse process/State 5::Partition state top subdivision 1">
                  <a:extLst>
                    <a:ext uri="{FF2B5EF4-FFF2-40B4-BE49-F238E27FC236}">
                      <ns2:creationId id="{91F60315-77EB-44D1-A7B9-08A8CF9E0C13}"/>
                    </a:ext>
                  </a:extLst>
                </p:cNvPr>
                <p:cNvCxnSpPr/>
                <p:nvPr/>
              </p:nvCxnSpPr>
              <p:spPr>
                <a:xfrm flipH="0" flipV="1">
                  <a:off x="4471739" y="1999453"/>
                  <a:ext cx="88706" cy="50721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46" name="A Inversion/Reverse process/State 5::Partition state side subdivision 1">
                  <a:extLst>
                    <a:ext uri="{FF2B5EF4-FFF2-40B4-BE49-F238E27FC236}">
                      <ns2:creationId id="{EC480A59-FF50-4163-9D6D-32E3D373F29F}"/>
                    </a:ext>
                  </a:extLst>
                </p:cNvPr>
                <p:cNvCxnSpPr/>
                <p:nvPr/>
              </p:nvCxnSpPr>
              <p:spPr>
                <a:xfrm flipH="0" flipV="1">
                  <a:off x="4698403" y="2038500"/>
                  <a:ext cx="97613" cy="50721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47" name="A Inversion/Reverse process/State 5::Partition state top subdivision 2">
                  <a:extLst>
                    <a:ext uri="{FF2B5EF4-FFF2-40B4-BE49-F238E27FC236}">
                      <ns2:creationId id="{5436C666-EEBD-4C7D-9C44-15FD4B3CEB43}"/>
                    </a:ext>
                  </a:extLst>
                </p:cNvPr>
                <p:cNvCxnSpPr/>
                <p:nvPr/>
              </p:nvCxnSpPr>
              <p:spPr>
                <a:xfrm flipH="0" flipV="1">
                  <a:off x="4517072" y="1999453"/>
                  <a:ext cx="88706" cy="50721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48" name="A Inversion/Reverse process/State 5::Partition state side subdivision 2">
                  <a:extLst>
                    <a:ext uri="{FF2B5EF4-FFF2-40B4-BE49-F238E27FC236}">
                      <ns2:creationId id="{1EE8B628-5B68-40A1-A25B-BA3945CD8362}"/>
                    </a:ext>
                  </a:extLst>
                </p:cNvPr>
                <p:cNvCxnSpPr/>
                <p:nvPr/>
              </p:nvCxnSpPr>
              <p:spPr>
                <a:xfrm flipH="0" flipV="1">
                  <a:off x="4698403" y="2077546"/>
                  <a:ext cx="97613" cy="50721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49" name="A Inversion/Reverse process/State 5::Partition state top subdivision 3">
                  <a:extLst>
                    <a:ext uri="{FF2B5EF4-FFF2-40B4-BE49-F238E27FC236}">
                      <ns2:creationId id="{4CFE0BFA-5B1C-4F84-A115-61A40C8A73D4}"/>
                    </a:ext>
                  </a:extLst>
                </p:cNvPr>
                <p:cNvCxnSpPr/>
                <p:nvPr/>
              </p:nvCxnSpPr>
              <p:spPr>
                <a:xfrm flipH="0" flipV="1">
                  <a:off x="4562405" y="1999453"/>
                  <a:ext cx="88706" cy="50721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50" name="A Inversion/Reverse process/State 5::Partition state side subdivision 3">
                  <a:extLst>
                    <a:ext uri="{FF2B5EF4-FFF2-40B4-BE49-F238E27FC236}">
                      <ns2:creationId id="{6B4C3D9B-C884-4778-B021-2759A6EE874B}"/>
                    </a:ext>
                  </a:extLst>
                </p:cNvPr>
                <p:cNvCxnSpPr/>
                <p:nvPr/>
              </p:nvCxnSpPr>
              <p:spPr>
                <a:xfrm flipH="0" flipV="1">
                  <a:off x="4698403" y="2116593"/>
                  <a:ext cx="97613" cy="50721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51" name="A Inversion/Reverse process/State 5::Partition state top subdivision 4">
                  <a:extLst>
                    <a:ext uri="{FF2B5EF4-FFF2-40B4-BE49-F238E27FC236}">
                      <ns2:creationId id="{A540F015-E9FF-4AB6-86F7-680485D66754}"/>
                    </a:ext>
                  </a:extLst>
                </p:cNvPr>
                <p:cNvCxnSpPr/>
                <p:nvPr/>
              </p:nvCxnSpPr>
              <p:spPr>
                <a:xfrm flipH="0" flipV="1">
                  <a:off x="4607738" y="1999453"/>
                  <a:ext cx="88706" cy="50721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52" name="A Inversion/Reverse process/State 5::Partition state side subdivision 4">
                  <a:extLst>
                    <a:ext uri="{FF2B5EF4-FFF2-40B4-BE49-F238E27FC236}">
                      <ns2:creationId id="{04870165-3EC6-40AC-8198-A73F94182192}"/>
                    </a:ext>
                  </a:extLst>
                </p:cNvPr>
                <p:cNvCxnSpPr/>
                <p:nvPr/>
              </p:nvCxnSpPr>
              <p:spPr>
                <a:xfrm flipH="0" flipV="1">
                  <a:off x="4698403" y="2155639"/>
                  <a:ext cx="97613" cy="50721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53" name="A Inversion/Reverse process/State 5::Partition state top subdivision 5">
                  <a:extLst>
                    <a:ext uri="{FF2B5EF4-FFF2-40B4-BE49-F238E27FC236}">
                      <ns2:creationId id="{3CFBE322-F7F0-489E-B8B0-9CBD69070B32}"/>
                    </a:ext>
                  </a:extLst>
                </p:cNvPr>
                <p:cNvCxnSpPr/>
                <p:nvPr/>
              </p:nvCxnSpPr>
              <p:spPr>
                <a:xfrm flipH="0" flipV="1">
                  <a:off x="4653070" y="1999453"/>
                  <a:ext cx="88706" cy="50721"/>
                </a:xfrm>
                <a:prstGeom prst="straightConnector1">
                  <a:avLst/>
                </a:prstGeom>
                <a:ln w="2004">
                  <a:solidFill>
                    <a:srgbClr val="A1BCE7"/>
                  </a:solidFill>
                  <a:prstDash val="solid"/>
                </a:ln>
              </p:spPr>
            </p:cxnSp>
            <p:cxnSp>
              <p:nvCxnSpPr>
                <p:cNvPr id="354" name="A Inversion/Reverse process/State 5::Partition state side subdivision 5">
                  <a:extLst>
                    <a:ext uri="{FF2B5EF4-FFF2-40B4-BE49-F238E27FC236}">
                      <ns2:creationId id="{975C6B82-A95E-4B81-B2B1-035347BA29FC}"/>
                    </a:ext>
                  </a:extLst>
                </p:cNvPr>
                <p:cNvCxnSpPr/>
                <p:nvPr/>
              </p:nvCxnSpPr>
              <p:spPr>
                <a:xfrm flipH="0" flipV="1">
                  <a:off x="4698403" y="2194686"/>
                  <a:ext cx="97613" cy="50721"/>
                </a:xfrm>
                <a:prstGeom prst="straightConnector1">
                  <a:avLst/>
                </a:prstGeom>
                <a:ln w="1781">
                  <a:solidFill>
                    <a:srgbClr val="A1BCE7"/>
                  </a:solidFill>
                  <a:prstDash val="solid"/>
                </a:ln>
              </p:spPr>
            </p:cxnSp>
          </p:grpSp>
        </p:grpSp>
        <p:grpSp>
          <p:nvGrpSpPr>
            <p:cNvPr id="601" name="Posterior summaries"/>
            <p:cNvGrpSpPr/>
            <p:nvPr/>
          </p:nvGrpSpPr>
          <p:grpSpPr>
            <a:xfrm>
              <a:off x="5049844" y="267188"/>
              <a:ext cx="1710000" cy="2369063"/>
              <a:chOff x="5049844" y="267188"/>
              <a:chExt cx="1710000" cy="2369063"/>
            </a:xfrm>
          </p:grpSpPr>
          <p:sp>
            <p:nvSpPr>
              <p:cNvPr id="355" name="A Inversion/Posterior summaries::Posterior panel">
                <a:extLst>
                  <a:ext uri="{FF2B5EF4-FFF2-40B4-BE49-F238E27FC236}">
                    <ns2:creationId id="{1C320206-30E5-4A74-B42B-0F949ACE5AC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49844" y="267188"/>
                <a:ext cx="1710000" cy="2369063"/>
              </a:xfrm>
              <a:prstGeom prst="roundRect">
                <a:avLst>
                  <a:gd name="adj" fmla="val 2604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FBFDFF"/>
                  </a:gs>
                </a:gsLst>
                <a:lin ang="5400000"/>
              </a:gradFill>
              <a:ln w="4453">
                <a:solidFill>
                  <a:srgbClr val="CDE0EE"/>
                </a:solidFill>
              </a:ln>
            </p:spPr>
          </p:sp>
          <p:sp>
            <p:nvSpPr>
              <p:cNvPr id="356" name="A Inversion/Posterior summaries::Blue header">
                <a:extLst>
                  <a:ext uri="{FF2B5EF4-FFF2-40B4-BE49-F238E27FC236}">
                    <ns2:creationId id="{7B150B78-B4A1-4164-9730-7649DE0C57D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49844" y="267188"/>
                <a:ext cx="1710000" cy="178125"/>
              </a:xfrm>
              <a:prstGeom prst="roundRect">
                <a:avLst>
                  <a:gd name="adj" fmla="val 25000"/>
                </a:avLst>
              </a:prstGeom>
              <a:gradFill>
                <a:gsLst>
                  <a:gs pos="0">
                    <a:srgbClr val="1F9BCD"/>
                  </a:gs>
                  <a:gs pos="100000">
                    <a:srgbClr val="A9D8E8"/>
                  </a:gs>
                </a:gsLst>
                <a:lin ang="0"/>
              </a:gradFill>
              <a:ln w="0">
                <a:noFill/>
              </a:ln>
            </p:spPr>
          </p:sp>
          <p:sp>
            <p:nvSpPr>
              <p:cNvPr id="357" name="A Inversion/Posterior summaries::Title">
                <a:extLst>
                  <a:ext uri="{FF2B5EF4-FFF2-40B4-BE49-F238E27FC236}">
                    <ns2:creationId id="{5ED2B194-98FA-42FB-9593-054482F82C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183438" y="285000"/>
                <a:ext cx="1407188" cy="142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63" b="1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63" b="1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63" b="1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Posterior summaries</a:t>
                </a:r>
              </a:p>
            </p:txBody>
          </p:sp>
          <p:sp>
            <p:nvSpPr>
              <p:cNvPr id="358" name="A Inversion/Posterior summaries::Mean caption">
                <a:extLst>
                  <a:ext uri="{FF2B5EF4-FFF2-40B4-BE49-F238E27FC236}">
                    <ns2:creationId id="{658EE902-6A32-4CDA-9381-2B2D29D74D4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192344" y="476484"/>
                <a:ext cx="855000" cy="12468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36" b="1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36" b="1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36" b="1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Mean spectrum</a:t>
                </a:r>
              </a:p>
            </p:txBody>
          </p:sp>
          <p:sp>
            <p:nvSpPr>
              <p:cNvPr id="359" name="A Inversion/Posterior summaries::Marginal caption">
                <a:extLst>
                  <a:ext uri="{FF2B5EF4-FFF2-40B4-BE49-F238E27FC236}">
                    <ns2:creationId id="{418FFF95-4B2C-4B09-89DE-C297041B24C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214609" y="1661016"/>
                <a:ext cx="1433906" cy="13359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54" b="1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54" b="1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54" b="1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T₂ marginal (90% interval)</a:t>
                </a:r>
              </a:p>
            </p:txBody>
          </p:sp>
          <p:grpSp>
            <p:nvGrpSpPr>
              <p:cNvPr id="594" name="Mean spectrum"/>
              <p:cNvGrpSpPr/>
              <p:nvPr/>
            </p:nvGrpSpPr>
            <p:grpSpPr>
              <a:xfrm>
                <a:off x="5156719" y="610305"/>
                <a:ext cx="1554141" cy="1028218"/>
                <a:chOff x="5156719" y="610305"/>
                <a:chExt cx="1554141" cy="1028218"/>
              </a:xfrm>
            </p:grpSpPr>
            <p:pic>
              <p:nvPicPr>
                <p:cNvPr id="360" name="A Inversion/Posterior summaries/Mean spectrum::Source-based posterior mean with axes and colorbar" descr="Source-based posterior mean with axes and colorbar">
                  <a:extLst>
                    <a:ext uri="{FF2B5EF4-FFF2-40B4-BE49-F238E27FC236}">
                      <ns2:creationId id="{EB548A05-3C75-4D7D-BB88-28E5F57933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d892ca944a714035"/>
                <a:stretch/>
              </p:blipFill>
              <p:spPr>
                <a:xfrm>
                  <a:off x="5156719" y="610305"/>
                  <a:ext cx="1554141" cy="1028218"/>
                </a:xfrm>
                <a:prstGeom prst="rect">
                  <a:avLst/>
                </a:prstGeom>
              </p:spPr>
            </p:pic>
          </p:grpSp>
          <p:grpSp>
            <p:nvGrpSpPr>
              <p:cNvPr id="595" name="T2 marginal"/>
              <p:cNvGrpSpPr/>
              <p:nvPr/>
            </p:nvGrpSpPr>
            <p:grpSpPr>
              <a:xfrm>
                <a:off x="5165625" y="1808231"/>
                <a:ext cx="1540781" cy="778773"/>
                <a:chOff x="5165625" y="1808231"/>
                <a:chExt cx="1540781" cy="778773"/>
              </a:xfrm>
            </p:grpSpPr>
            <p:pic>
              <p:nvPicPr>
                <p:cNvPr id="361" name="A Inversion/Posterior summaries/T2 marginal::Source-based marginal and uncertainty interval" descr="Source-based marginal and uncertainty interval">
                  <a:extLst>
                    <a:ext uri="{FF2B5EF4-FFF2-40B4-BE49-F238E27FC236}">
                      <ns2:creationId id="{62C76CF6-B8B2-411C-A151-103C1CD4AC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2887a68c0011473d"/>
                <a:stretch/>
              </p:blipFill>
              <p:spPr>
                <a:xfrm>
                  <a:off x="5165625" y="1808231"/>
                  <a:ext cx="1540781" cy="77877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02" name="Connections"/>
            <p:cNvGrpSpPr/>
            <p:nvPr/>
          </p:nvGrpSpPr>
          <p:grpSpPr>
            <a:xfrm>
              <a:off x="2382422" y="712500"/>
              <a:ext cx="2694141" cy="1438360"/>
              <a:chOff x="2382422" y="712500"/>
              <a:chExt cx="2694141" cy="1438360"/>
            </a:xfrm>
          </p:grpSpPr>
          <p:cxnSp>
            <p:nvCxnSpPr>
              <p:cNvPr id="362" name="A Inversion/Connections::Encoded evidence to shared flux-1">
                <a:extLst>
                  <a:ext uri="{FF2B5EF4-FFF2-40B4-BE49-F238E27FC236}">
                    <ns2:creationId id="{1ED1E205-9D55-45D8-BACF-01177537A1FA}"/>
                  </a:ext>
                </a:extLst>
              </p:cNvPr>
              <p:cNvCxnSpPr/>
              <p:nvPr/>
            </p:nvCxnSpPr>
            <p:spPr>
              <a:xfrm flipH="0" flipV="0">
                <a:off x="2382422" y="1705547"/>
                <a:ext cx="97969" cy="0"/>
              </a:xfrm>
              <a:prstGeom prst="straightConnector1">
                <a:avLst/>
              </a:prstGeom>
              <a:ln w="7570">
                <a:solidFill>
                  <a:srgbClr val="157AA3"/>
                </a:solidFill>
                <a:prstDash val="solid"/>
              </a:ln>
            </p:spPr>
          </p:cxnSp>
          <p:cxnSp>
            <p:nvCxnSpPr>
              <p:cNvPr id="363" name="A Inversion/Connections::Encoded evidence to shared flux-2">
                <a:extLst>
                  <a:ext uri="{FF2B5EF4-FFF2-40B4-BE49-F238E27FC236}">
                    <ns2:creationId id="{906FC1CA-A5B6-4682-9A01-EB1141108295}"/>
                  </a:ext>
                </a:extLst>
              </p:cNvPr>
              <p:cNvCxnSpPr/>
              <p:nvPr/>
            </p:nvCxnSpPr>
            <p:spPr>
              <a:xfrm flipH="0" flipV="1">
                <a:off x="2480391" y="1233516"/>
                <a:ext cx="0" cy="472031"/>
              </a:xfrm>
              <a:prstGeom prst="straightConnector1">
                <a:avLst/>
              </a:prstGeom>
              <a:ln w="7570">
                <a:solidFill>
                  <a:srgbClr val="157AA3"/>
                </a:solidFill>
                <a:prstDash val="solid"/>
              </a:ln>
            </p:spPr>
          </p:cxnSp>
          <p:cxnSp>
            <p:nvCxnSpPr>
              <p:cNvPr id="364" name="A Inversion/Connections::Encoded evidence to shared flux-3">
                <a:extLst>
                  <a:ext uri="{FF2B5EF4-FFF2-40B4-BE49-F238E27FC236}">
                    <ns2:creationId id="{E1A5572A-4EDD-45BA-8F80-95D94835B75F}"/>
                  </a:ext>
                </a:extLst>
              </p:cNvPr>
              <p:cNvCxnSpPr/>
              <p:nvPr/>
            </p:nvCxnSpPr>
            <p:spPr>
              <a:xfrm flipH="0" flipV="0">
                <a:off x="2480391" y="1233516"/>
                <a:ext cx="44531" cy="0"/>
              </a:xfrm>
              <a:prstGeom prst="straightConnector1">
                <a:avLst/>
              </a:prstGeom>
              <a:ln w="7570">
                <a:solidFill>
                  <a:srgbClr val="157AA3"/>
                </a:solidFill>
                <a:prstDash val="solid"/>
              </a:ln>
            </p:spPr>
          </p:cxnSp>
          <p:sp>
            <p:nvSpPr>
              <p:cNvPr id="365" name="A Inversion/Connections::Encoded evidence to shared flux-3 arrowhead">
                <a:extLst>
                  <a:ext uri="{FF2B5EF4-FFF2-40B4-BE49-F238E27FC236}">
                    <ns2:creationId id="{35ED6905-BE69-47E7-BD96-CC107C6D245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489297" y="1215703"/>
                <a:ext cx="35625" cy="35625"/>
              </a:xfrm>
              <a:custGeom>
                <a:pathLst>
                  <a:path w="35625" h="35625">
                    <a:moveTo>
                      <a:pt x="35625" y="17813"/>
                    </a:moveTo>
                    <a:lnTo>
                      <a:pt x="0" y="0"/>
                    </a:lnTo>
                    <a:lnTo>
                      <a:pt x="0" y="35625"/>
                    </a:lnTo>
                    <a:close/>
                  </a:path>
                </a:pathLst>
              </a:custGeom>
              <a:solidFill>
                <a:srgbClr val="157AA3"/>
              </a:solidFill>
              <a:ln w="3117">
                <a:noFill/>
              </a:ln>
            </p:spPr>
          </p:sp>
          <p:cxnSp>
            <p:nvCxnSpPr>
              <p:cNvPr id="366" name="A Inversion/Connections::State to flux">
                <a:extLst>
                  <a:ext uri="{FF2B5EF4-FFF2-40B4-BE49-F238E27FC236}">
                    <ns2:creationId id="{75FE03D1-C2B9-4286-8ADB-E9B75C83157F}"/>
                  </a:ext>
                </a:extLst>
              </p:cNvPr>
              <p:cNvCxnSpPr/>
              <p:nvPr/>
            </p:nvCxnSpPr>
            <p:spPr>
              <a:xfrm flipH="0" flipV="0">
                <a:off x="3700547" y="712500"/>
                <a:ext cx="0" cy="102422"/>
              </a:xfrm>
              <a:prstGeom prst="straightConnector1">
                <a:avLst/>
              </a:prstGeom>
              <a:ln w="8906">
                <a:solidFill>
                  <a:srgbClr val="007474"/>
                </a:solidFill>
                <a:prstDash val="solid"/>
              </a:ln>
            </p:spPr>
          </p:cxnSp>
          <p:sp>
            <p:nvSpPr>
              <p:cNvPr id="367" name="A Inversion/Connections::State to flux arrowhead">
                <a:extLst>
                  <a:ext uri="{FF2B5EF4-FFF2-40B4-BE49-F238E27FC236}">
                    <ns2:creationId id="{58F08F5D-EACA-4CF3-9141-FE130DD5E04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667148" y="752578"/>
                <a:ext cx="66797" cy="62344"/>
              </a:xfrm>
              <a:custGeom>
                <a:pathLst>
                  <a:path w="66797" h="62344">
                    <a:moveTo>
                      <a:pt x="33398" y="62344"/>
                    </a:moveTo>
                    <a:lnTo>
                      <a:pt x="6679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474"/>
              </a:solidFill>
              <a:ln w="3117">
                <a:noFill/>
              </a:ln>
            </p:spPr>
          </p:sp>
          <p:cxnSp>
            <p:nvCxnSpPr>
              <p:cNvPr id="368" name="A Inversion/Connections::Shared field to parameter bus">
                <a:extLst>
                  <a:ext uri="{FF2B5EF4-FFF2-40B4-BE49-F238E27FC236}">
                    <ns2:creationId id="{D2948726-0A2D-4001-8E44-8A31B88CE7D4}"/>
                  </a:ext>
                </a:extLst>
              </p:cNvPr>
              <p:cNvCxnSpPr/>
              <p:nvPr/>
            </p:nvCxnSpPr>
            <p:spPr>
              <a:xfrm flipH="0" flipV="0">
                <a:off x="2774297" y="1643203"/>
                <a:ext cx="0" cy="138047"/>
              </a:xfrm>
              <a:prstGeom prst="straightConnector1">
                <a:avLst/>
              </a:prstGeom>
              <a:ln w="5789">
                <a:solidFill>
                  <a:srgbClr val="008F98"/>
                </a:solidFill>
                <a:prstDash val="solid"/>
              </a:ln>
            </p:spPr>
          </p:cxnSp>
          <p:cxnSp>
            <p:nvCxnSpPr>
              <p:cNvPr id="369" name="A Inversion/Connections::Shared parameter rail">
                <a:extLst>
                  <a:ext uri="{FF2B5EF4-FFF2-40B4-BE49-F238E27FC236}">
                    <ns2:creationId id="{6C439D05-B7CD-486E-9F60-9137E6AFF436}"/>
                  </a:ext>
                </a:extLst>
              </p:cNvPr>
              <p:cNvCxnSpPr/>
              <p:nvPr/>
            </p:nvCxnSpPr>
            <p:spPr>
              <a:xfrm flipH="0" flipV="0">
                <a:off x="2774297" y="1781250"/>
                <a:ext cx="1888125" cy="0"/>
              </a:xfrm>
              <a:prstGeom prst="straightConnector1">
                <a:avLst/>
              </a:prstGeom>
              <a:ln w="5566">
                <a:solidFill>
                  <a:srgbClr val="00A0A0"/>
                </a:solidFill>
                <a:prstDash val="solid"/>
              </a:ln>
            </p:spPr>
          </p:cxnSp>
          <p:cxnSp>
            <p:nvCxnSpPr>
              <p:cNvPr id="370" name="A Inversion/Connections::Shared query 623">
                <a:extLst>
                  <a:ext uri="{FF2B5EF4-FFF2-40B4-BE49-F238E27FC236}">
                    <ns2:creationId id="{BA346004-1218-4BE5-9B68-1166EE581333}"/>
                  </a:ext>
                </a:extLst>
              </p:cNvPr>
              <p:cNvCxnSpPr/>
              <p:nvPr/>
            </p:nvCxnSpPr>
            <p:spPr>
              <a:xfrm flipH="0" flipV="0">
                <a:off x="2774297" y="1781250"/>
                <a:ext cx="0" cy="133594"/>
              </a:xfrm>
              <a:prstGeom prst="straightConnector1">
                <a:avLst/>
              </a:prstGeom>
              <a:ln w="6680">
                <a:solidFill>
                  <a:srgbClr val="008F98"/>
                </a:solidFill>
                <a:prstDash val="solid"/>
              </a:ln>
            </p:spPr>
          </p:cxnSp>
          <p:sp>
            <p:nvSpPr>
              <p:cNvPr id="371" name="A Inversion/Connections::Shared query 623 arrowhead">
                <a:extLst>
                  <a:ext uri="{FF2B5EF4-FFF2-40B4-BE49-F238E27FC236}">
                    <ns2:creationId id="{6ADECB18-E838-49AB-B92D-E699698B792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58711" y="1879219"/>
                <a:ext cx="31172" cy="35625"/>
              </a:xfrm>
              <a:custGeom>
                <a:pathLst>
                  <a:path w="31172" h="35625">
                    <a:moveTo>
                      <a:pt x="15586" y="35625"/>
                    </a:moveTo>
                    <a:lnTo>
                      <a:pt x="3117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F98"/>
              </a:solidFill>
              <a:ln w="3117">
                <a:noFill/>
              </a:ln>
            </p:spPr>
          </p:sp>
          <p:cxnSp>
            <p:nvCxnSpPr>
              <p:cNvPr id="372" name="A Inversion/Connections::Shared query 754">
                <a:extLst>
                  <a:ext uri="{FF2B5EF4-FFF2-40B4-BE49-F238E27FC236}">
                    <ns2:creationId id="{CC024CA2-063D-4C91-9165-146C701FD35F}"/>
                  </a:ext>
                </a:extLst>
              </p:cNvPr>
              <p:cNvCxnSpPr/>
              <p:nvPr/>
            </p:nvCxnSpPr>
            <p:spPr>
              <a:xfrm flipH="0" flipV="0">
                <a:off x="3357656" y="1781250"/>
                <a:ext cx="0" cy="133594"/>
              </a:xfrm>
              <a:prstGeom prst="straightConnector1">
                <a:avLst/>
              </a:prstGeom>
              <a:ln w="6680">
                <a:solidFill>
                  <a:srgbClr val="008F98"/>
                </a:solidFill>
                <a:prstDash val="solid"/>
              </a:ln>
            </p:spPr>
          </p:cxnSp>
          <p:sp>
            <p:nvSpPr>
              <p:cNvPr id="373" name="A Inversion/Connections::Shared query 754 arrowhead">
                <a:extLst>
                  <a:ext uri="{FF2B5EF4-FFF2-40B4-BE49-F238E27FC236}">
                    <ns2:creationId id="{E0BF7D1F-ED97-4F92-9EF0-AF6704D0E12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342070" y="1879219"/>
                <a:ext cx="31172" cy="35625"/>
              </a:xfrm>
              <a:custGeom>
                <a:pathLst>
                  <a:path w="31172" h="35625">
                    <a:moveTo>
                      <a:pt x="15586" y="35625"/>
                    </a:moveTo>
                    <a:lnTo>
                      <a:pt x="3117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F98"/>
              </a:solidFill>
              <a:ln w="3117">
                <a:noFill/>
              </a:ln>
            </p:spPr>
          </p:sp>
          <p:cxnSp>
            <p:nvCxnSpPr>
              <p:cNvPr id="374" name="A Inversion/Connections::Shared query 901">
                <a:extLst>
                  <a:ext uri="{FF2B5EF4-FFF2-40B4-BE49-F238E27FC236}">
                    <ns2:creationId id="{A60664EE-EA32-4200-9438-CE989CE0FEB4}"/>
                  </a:ext>
                </a:extLst>
              </p:cNvPr>
              <p:cNvCxnSpPr/>
              <p:nvPr/>
            </p:nvCxnSpPr>
            <p:spPr>
              <a:xfrm flipH="0" flipV="0">
                <a:off x="4012266" y="1781250"/>
                <a:ext cx="0" cy="133594"/>
              </a:xfrm>
              <a:prstGeom prst="straightConnector1">
                <a:avLst/>
              </a:prstGeom>
              <a:ln w="6680">
                <a:solidFill>
                  <a:srgbClr val="008F98"/>
                </a:solidFill>
                <a:prstDash val="solid"/>
              </a:ln>
            </p:spPr>
          </p:cxnSp>
          <p:sp>
            <p:nvSpPr>
              <p:cNvPr id="375" name="A Inversion/Connections::Shared query 901 arrowhead">
                <a:extLst>
                  <a:ext uri="{FF2B5EF4-FFF2-40B4-BE49-F238E27FC236}">
                    <ns2:creationId id="{E634059D-42D7-4772-ABEA-ECD8D3BDB05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96680" y="1879219"/>
                <a:ext cx="31172" cy="35625"/>
              </a:xfrm>
              <a:custGeom>
                <a:pathLst>
                  <a:path w="31172" h="35625">
                    <a:moveTo>
                      <a:pt x="15586" y="35625"/>
                    </a:moveTo>
                    <a:lnTo>
                      <a:pt x="3117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F98"/>
              </a:solidFill>
              <a:ln w="3117">
                <a:noFill/>
              </a:ln>
            </p:spPr>
          </p:sp>
          <p:cxnSp>
            <p:nvCxnSpPr>
              <p:cNvPr id="376" name="A Inversion/Connections::Shared query 1047">
                <a:extLst>
                  <a:ext uri="{FF2B5EF4-FFF2-40B4-BE49-F238E27FC236}">
                    <ns2:creationId id="{56A074CC-7EBF-46CC-A811-B20DEB0D1B6E}"/>
                  </a:ext>
                </a:extLst>
              </p:cNvPr>
              <p:cNvCxnSpPr/>
              <p:nvPr/>
            </p:nvCxnSpPr>
            <p:spPr>
              <a:xfrm flipH="0" flipV="0">
                <a:off x="4662422" y="1781250"/>
                <a:ext cx="0" cy="133594"/>
              </a:xfrm>
              <a:prstGeom prst="straightConnector1">
                <a:avLst/>
              </a:prstGeom>
              <a:ln w="6680">
                <a:solidFill>
                  <a:srgbClr val="008F98"/>
                </a:solidFill>
                <a:prstDash val="solid"/>
              </a:ln>
            </p:spPr>
          </p:cxnSp>
          <p:sp>
            <p:nvSpPr>
              <p:cNvPr id="377" name="A Inversion/Connections::Shared query 1047 arrowhead">
                <a:extLst>
                  <a:ext uri="{FF2B5EF4-FFF2-40B4-BE49-F238E27FC236}">
                    <ns2:creationId id="{EDA28BB0-8A61-476D-81D4-97E37ED51E6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46836" y="1879219"/>
                <a:ext cx="31172" cy="35625"/>
              </a:xfrm>
              <a:custGeom>
                <a:pathLst>
                  <a:path w="31172" h="35625">
                    <a:moveTo>
                      <a:pt x="15586" y="35625"/>
                    </a:moveTo>
                    <a:lnTo>
                      <a:pt x="3117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F98"/>
              </a:solidFill>
              <a:ln w="3117">
                <a:noFill/>
              </a:ln>
            </p:spPr>
          </p:sp>
          <p:cxnSp>
            <p:nvCxnSpPr>
              <p:cNvPr id="378" name="A Inversion/Connections::Posterior samples to summaries-1">
                <a:extLst>
                  <a:ext uri="{FF2B5EF4-FFF2-40B4-BE49-F238E27FC236}">
                    <ns2:creationId id="{F0CDC0FD-143A-4C79-8DE5-99AD27686E86}"/>
                  </a:ext>
                </a:extLst>
              </p:cNvPr>
              <p:cNvCxnSpPr/>
              <p:nvPr/>
            </p:nvCxnSpPr>
            <p:spPr>
              <a:xfrm flipH="0" flipV="0">
                <a:off x="4916250" y="2150859"/>
                <a:ext cx="80156" cy="0"/>
              </a:xfrm>
              <a:prstGeom prst="straightConnector1">
                <a:avLst/>
              </a:prstGeom>
              <a:ln w="6680">
                <a:solidFill>
                  <a:srgbClr val="08758E"/>
                </a:solidFill>
                <a:prstDash val="solid"/>
              </a:ln>
            </p:spPr>
          </p:cxnSp>
          <p:cxnSp>
            <p:nvCxnSpPr>
              <p:cNvPr id="379" name="A Inversion/Connections::Posterior samples to summaries-2">
                <a:extLst>
                  <a:ext uri="{FF2B5EF4-FFF2-40B4-BE49-F238E27FC236}">
                    <ns2:creationId id="{7C56BD23-4233-465A-BF18-17685101C65D}"/>
                  </a:ext>
                </a:extLst>
              </p:cNvPr>
              <p:cNvCxnSpPr/>
              <p:nvPr/>
            </p:nvCxnSpPr>
            <p:spPr>
              <a:xfrm flipH="0" flipV="1">
                <a:off x="4996406" y="1233516"/>
                <a:ext cx="0" cy="917344"/>
              </a:xfrm>
              <a:prstGeom prst="straightConnector1">
                <a:avLst/>
              </a:prstGeom>
              <a:ln w="6680">
                <a:solidFill>
                  <a:srgbClr val="08758E"/>
                </a:solidFill>
                <a:prstDash val="solid"/>
              </a:ln>
            </p:spPr>
          </p:cxnSp>
          <p:cxnSp>
            <p:nvCxnSpPr>
              <p:cNvPr id="380" name="A Inversion/Connections::Posterior samples to summaries-3">
                <a:extLst>
                  <a:ext uri="{FF2B5EF4-FFF2-40B4-BE49-F238E27FC236}">
                    <ns2:creationId id="{DBE1EC5B-AAB0-4C32-848C-022667B04BF1}"/>
                  </a:ext>
                </a:extLst>
              </p:cNvPr>
              <p:cNvCxnSpPr/>
              <p:nvPr/>
            </p:nvCxnSpPr>
            <p:spPr>
              <a:xfrm flipH="0" flipV="0">
                <a:off x="4996406" y="1233516"/>
                <a:ext cx="80156" cy="0"/>
              </a:xfrm>
              <a:prstGeom prst="straightConnector1">
                <a:avLst/>
              </a:prstGeom>
              <a:ln w="6680">
                <a:solidFill>
                  <a:srgbClr val="08758E"/>
                </a:solidFill>
                <a:prstDash val="solid"/>
              </a:ln>
            </p:spPr>
          </p:cxnSp>
          <p:sp>
            <p:nvSpPr>
              <p:cNvPr id="381" name="A Inversion/Connections::Posterior samples to summaries-3 arrowhead">
                <a:extLst>
                  <a:ext uri="{FF2B5EF4-FFF2-40B4-BE49-F238E27FC236}">
                    <ns2:creationId id="{E8C53477-05A8-48B6-9A45-710D728667A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40938" y="1217930"/>
                <a:ext cx="35625" cy="31172"/>
              </a:xfrm>
              <a:custGeom>
                <a:pathLst>
                  <a:path w="35625" h="31172">
                    <a:moveTo>
                      <a:pt x="35625" y="15586"/>
                    </a:moveTo>
                    <a:lnTo>
                      <a:pt x="0" y="0"/>
                    </a:lnTo>
                    <a:lnTo>
                      <a:pt x="0" y="31172"/>
                    </a:lnTo>
                    <a:close/>
                  </a:path>
                </a:pathLst>
              </a:custGeom>
              <a:solidFill>
                <a:srgbClr val="08758E"/>
              </a:solidFill>
              <a:ln w="3117">
                <a:noFill/>
              </a:ln>
            </p:spPr>
          </p:sp>
        </p:grpSp>
      </p:grpSp>
      <p:grpSp>
        <p:nvGrpSpPr>
          <p:cNvPr id="616" name="B Mass-preserving split"/>
          <p:cNvGrpSpPr/>
          <p:nvPr/>
        </p:nvGrpSpPr>
        <p:grpSpPr>
          <a:xfrm>
            <a:off x="17813" y="2787656"/>
            <a:ext cx="3344297" cy="1647656"/>
            <a:chOff x="17813" y="2787656"/>
            <a:chExt cx="3344297" cy="1647656"/>
          </a:xfrm>
        </p:grpSpPr>
        <p:sp>
          <p:nvSpPr>
            <p:cNvPr id="382" name="B Mass-preserving split::Panel background">
              <a:extLst>
                <a:ext uri="{FF2B5EF4-FFF2-40B4-BE49-F238E27FC236}">
                  <ns2:creationId id="{FD12B93D-4DD5-4D14-A9DA-B9CC6D8F8888}"/>
                </a:ext>
              </a:extLst>
            </p:cNvPr>
            <p:cNvSpPr>
              <a:spLocks noGrp="1"/>
            </p:cNvSpPr>
            <p:nvPr/>
          </p:nvSpPr>
          <p:spPr>
            <a:xfrm>
              <a:off x="17813" y="2787656"/>
              <a:ext cx="3344297" cy="1647656"/>
            </a:xfrm>
            <a:prstGeom prst="roundRect">
              <a:avLst>
                <a:gd name="adj" fmla="val 4324"/>
              </a:avLst>
            </a:prstGeom>
            <a:gradFill>
              <a:gsLst>
                <a:gs pos="0">
                  <a:srgbClr val="FFFDFC"/>
                </a:gs>
                <a:gs pos="100000">
                  <a:srgbClr val="FFF9F1"/>
                </a:gs>
              </a:gsLst>
              <a:lin ang="5400000"/>
            </a:gradFill>
            <a:ln w="6234">
              <a:solidFill>
                <a:srgbClr val="F1CAA2"/>
              </a:solidFill>
            </a:ln>
          </p:spPr>
        </p:sp>
        <p:sp>
          <p:nvSpPr>
            <p:cNvPr id="383" name="B Mass-preserving split::B header">
              <a:extLst>
                <a:ext uri="{FF2B5EF4-FFF2-40B4-BE49-F238E27FC236}">
                  <ns2:creationId id="{C75613C9-ED92-43A2-A6FE-278790E22DA4}"/>
                </a:ext>
              </a:extLst>
            </p:cNvPr>
            <p:cNvSpPr>
              <a:spLocks noGrp="1"/>
            </p:cNvSpPr>
            <p:nvPr/>
          </p:nvSpPr>
          <p:spPr>
            <a:xfrm>
              <a:off x="22266" y="2792109"/>
              <a:ext cx="3335391" cy="187031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F5D4AD"/>
                </a:gs>
                <a:gs pos="100000">
                  <a:srgbClr val="FFF9F0"/>
                </a:gs>
              </a:gsLst>
              <a:lin ang="0"/>
            </a:gradFill>
            <a:ln w="0">
              <a:noFill/>
            </a:ln>
          </p:spPr>
        </p:sp>
        <p:sp>
          <p:nvSpPr>
            <p:cNvPr id="384" name="B Mass-preserving split::Conservation frame">
              <a:extLst>
                <a:ext uri="{FF2B5EF4-FFF2-40B4-BE49-F238E27FC236}">
                  <ns2:creationId id="{058DEE6F-5CB5-4A0C-981E-BB8161804886}"/>
                </a:ext>
              </a:extLst>
            </p:cNvPr>
            <p:cNvSpPr>
              <a:spLocks noGrp="1"/>
            </p:cNvSpPr>
            <p:nvPr/>
          </p:nvSpPr>
          <p:spPr>
            <a:xfrm>
              <a:off x="1211250" y="4203750"/>
              <a:ext cx="886172" cy="160313"/>
            </a:xfrm>
            <a:prstGeom prst="roundRect">
              <a:avLst>
                <a:gd name="adj" fmla="val 16667"/>
              </a:avLst>
            </a:prstGeom>
            <a:solidFill>
              <a:srgbClr val="FFF5EA"/>
            </a:solidFill>
            <a:ln w="3563">
              <a:solidFill>
                <a:srgbClr val="EBAA75"/>
              </a:solidFill>
            </a:ln>
          </p:spPr>
        </p:sp>
        <p:sp>
          <p:nvSpPr>
            <p:cNvPr id="385" name="B Mass-preserving split::Panel marker">
              <a:extLst>
                <a:ext uri="{FF2B5EF4-FFF2-40B4-BE49-F238E27FC236}">
                  <ns2:creationId id="{490EAE4C-B82F-4124-B3FD-A15D73B7D840}"/>
                </a:ext>
              </a:extLst>
            </p:cNvPr>
            <p:cNvSpPr>
              <a:spLocks noGrp="1"/>
            </p:cNvSpPr>
            <p:nvPr/>
          </p:nvSpPr>
          <p:spPr>
            <a:xfrm>
              <a:off x="66797" y="2805469"/>
              <a:ext cx="195938" cy="142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900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00000"/>
                </a:lnSpc>
                <a:buNone/>
                <a:defRPr sz="900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(b)</a:t>
              </a:r>
            </a:p>
          </p:txBody>
        </p:sp>
        <p:sp>
          <p:nvSpPr>
            <p:cNvPr id="386" name="B Mass-preserving split::Heading">
              <a:extLst>
                <a:ext uri="{FF2B5EF4-FFF2-40B4-BE49-F238E27FC236}">
                  <ns2:creationId id="{937CBE69-9E35-40F7-B08C-3BCBCF9BFEAB}"/>
                </a:ext>
              </a:extLst>
            </p:cNvPr>
            <p:cNvSpPr>
              <a:spLocks noGrp="1"/>
            </p:cNvSpPr>
            <p:nvPr/>
          </p:nvSpPr>
          <p:spPr>
            <a:xfrm>
              <a:off x="302813" y="2805469"/>
              <a:ext cx="2400234" cy="14695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94" b="1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894" b="1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94" b="1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Mass-preserving split for conditional refinement</a:t>
              </a:r>
            </a:p>
          </p:txBody>
        </p:sp>
        <p:sp>
          <p:nvSpPr>
            <p:cNvPr id="387" name="B Mass-preserving split::Subtitle first">
              <a:extLst>
                <a:ext uri="{FF2B5EF4-FFF2-40B4-BE49-F238E27FC236}">
                  <ns2:creationId id="{D700CFD1-D42C-45FF-BD1B-E9DF1B984927}"/>
                </a:ext>
              </a:extLst>
            </p:cNvPr>
            <p:cNvSpPr>
              <a:spLocks noGrp="1"/>
            </p:cNvSpPr>
            <p:nvPr/>
          </p:nvSpPr>
          <p:spPr>
            <a:xfrm>
              <a:off x="2760938" y="2801016"/>
              <a:ext cx="570000" cy="8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508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00000"/>
                </a:lnSpc>
                <a:buNone/>
                <a:defRPr sz="508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8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rPr>
                <a:t>Fixed τ and</a:t>
              </a:r>
            </a:p>
          </p:txBody>
        </p:sp>
        <p:sp>
          <p:nvSpPr>
            <p:cNvPr id="388" name="B Mass-preserving split::Subtitle second">
              <a:extLst>
                <a:ext uri="{FF2B5EF4-FFF2-40B4-BE49-F238E27FC236}">
                  <ns2:creationId id="{710B8B4F-0377-439F-A9C8-A20B6B4C3589}"/>
                </a:ext>
              </a:extLst>
            </p:cNvPr>
            <p:cNvSpPr>
              <a:spLocks noGrp="1"/>
            </p:cNvSpPr>
            <p:nvPr/>
          </p:nvSpPr>
          <p:spPr>
            <a:xfrm>
              <a:off x="2760938" y="2881172"/>
              <a:ext cx="570000" cy="8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508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00000"/>
                </a:lnSpc>
                <a:buNone/>
                <a:defRPr sz="508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8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rPr>
                <a:t>other amplitudes</a:t>
              </a:r>
            </a:p>
          </p:txBody>
        </p:sp>
        <p:sp>
          <p:nvSpPr>
            <p:cNvPr id="389" name="B Mass-preserving split::Coarse caption">
              <a:extLst>
                <a:ext uri="{FF2B5EF4-FFF2-40B4-BE49-F238E27FC236}">
                  <ns2:creationId id="{20E21198-B9E6-48B0-8079-84725AEAA970}"/>
                </a:ext>
              </a:extLst>
            </p:cNvPr>
            <p:cNvSpPr>
              <a:spLocks noGrp="1"/>
            </p:cNvSpPr>
            <p:nvPr/>
          </p:nvSpPr>
          <p:spPr>
            <a:xfrm>
              <a:off x="244922" y="3023672"/>
              <a:ext cx="948516" cy="1202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572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572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72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Coarse spectrum (parent cell)</a:t>
              </a:r>
            </a:p>
          </p:txBody>
        </p:sp>
        <p:sp>
          <p:nvSpPr>
            <p:cNvPr id="390" name="B Mass-preserving split::Split caption">
              <a:extLst>
                <a:ext uri="{FF2B5EF4-FFF2-40B4-BE49-F238E27FC236}">
                  <ns2:creationId id="{F1930255-8AAC-4ADA-9517-AB69E42DAA60}"/>
                </a:ext>
              </a:extLst>
            </p:cNvPr>
            <p:cNvSpPr>
              <a:spLocks noGrp="1"/>
            </p:cNvSpPr>
            <p:nvPr/>
          </p:nvSpPr>
          <p:spPr>
            <a:xfrm>
              <a:off x="1291406" y="3023672"/>
              <a:ext cx="832734" cy="1202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572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572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72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Conditional binary split</a:t>
              </a:r>
            </a:p>
          </p:txBody>
        </p:sp>
        <p:sp>
          <p:nvSpPr>
            <p:cNvPr id="391" name="B Mass-preserving split::Fine caption">
              <a:extLst>
                <a:ext uri="{FF2B5EF4-FFF2-40B4-BE49-F238E27FC236}">
                  <ns2:creationId id="{B2908CE5-661C-4322-997B-0FC7B16502EC}"/>
                </a:ext>
              </a:extLst>
            </p:cNvPr>
            <p:cNvSpPr>
              <a:spLocks noGrp="1"/>
            </p:cNvSpPr>
            <p:nvPr/>
          </p:nvSpPr>
          <p:spPr>
            <a:xfrm>
              <a:off x="2284453" y="3023672"/>
              <a:ext cx="944063" cy="12023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572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572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72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Final fine spectrum</a:t>
              </a:r>
            </a:p>
          </p:txBody>
        </p:sp>
        <p:sp>
          <p:nvSpPr>
            <p:cNvPr id="392" name="B Mass-preserving split::Conditional split law-0">
              <a:extLst>
                <a:ext uri="{FF2B5EF4-FFF2-40B4-BE49-F238E27FC236}">
                  <ns2:creationId id="{71065C77-AD86-4046-A7C1-185AEF4B28CC}"/>
                </a:ext>
              </a:extLst>
            </p:cNvPr>
            <p:cNvSpPr>
              <a:spLocks noGrp="1"/>
            </p:cNvSpPr>
            <p:nvPr/>
          </p:nvSpPr>
          <p:spPr>
            <a:xfrm>
              <a:off x="1300335" y="3932109"/>
              <a:ext cx="246213" cy="1042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rPr>
                <a:t>Target: </a:t>
              </a:r>
            </a:p>
          </p:txBody>
        </p:sp>
        <p:sp>
          <p:nvSpPr>
            <p:cNvPr id="393" name="B Mass-preserving split::Conditional split law-1">
              <a:extLst>
                <a:ext uri="{FF2B5EF4-FFF2-40B4-BE49-F238E27FC236}">
                  <ns2:creationId id="{5FA7EF5C-D19D-4981-936F-9D8F2121F5B7}"/>
                </a:ext>
              </a:extLst>
            </p:cNvPr>
            <p:cNvSpPr>
              <a:spLocks noGrp="1"/>
            </p:cNvSpPr>
            <p:nvPr/>
          </p:nvSpPr>
          <p:spPr>
            <a:xfrm>
              <a:off x="1545301" y="3932109"/>
              <a:ext cx="41948" cy="1042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631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631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31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rPr>
                <a:t>π</a:t>
              </a:r>
            </a:p>
          </p:txBody>
        </p:sp>
        <p:sp>
          <p:nvSpPr>
            <p:cNvPr id="394" name="B Mass-preserving split::Conditional split law-sub-1">
              <a:extLst>
                <a:ext uri="{FF2B5EF4-FFF2-40B4-BE49-F238E27FC236}">
                  <ns2:creationId id="{C4475DDF-6B64-4B5A-877C-BEBA4DBE973C}"/>
                </a:ext>
              </a:extLst>
            </p:cNvPr>
            <p:cNvSpPr>
              <a:spLocks noGrp="1"/>
            </p:cNvSpPr>
            <p:nvPr/>
          </p:nvSpPr>
          <p:spPr>
            <a:xfrm>
              <a:off x="1585468" y="3953752"/>
              <a:ext cx="25071" cy="8817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473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473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73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rPr>
                <a:t>τ</a:t>
              </a:r>
            </a:p>
          </p:txBody>
        </p:sp>
        <p:sp>
          <p:nvSpPr>
            <p:cNvPr id="395" name="B Mass-preserving split::Conditional split law-2">
              <a:extLst>
                <a:ext uri="{FF2B5EF4-FFF2-40B4-BE49-F238E27FC236}">
                  <ns2:creationId id="{82F86DEB-8F21-4A02-9F6F-04FBDBE7DE85}"/>
                </a:ext>
              </a:extLst>
            </p:cNvPr>
            <p:cNvSpPr>
              <a:spLocks noGrp="1"/>
            </p:cNvSpPr>
            <p:nvPr/>
          </p:nvSpPr>
          <p:spPr>
            <a:xfrm>
              <a:off x="1607511" y="3932109"/>
              <a:ext cx="28455" cy="1042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rPr>
                <a:t>(</a:t>
              </a:r>
            </a:p>
          </p:txBody>
        </p:sp>
        <p:sp>
          <p:nvSpPr>
            <p:cNvPr id="396" name="B Mass-preserving split::Conditional split law-3">
              <a:extLst>
                <a:ext uri="{FF2B5EF4-FFF2-40B4-BE49-F238E27FC236}">
                  <ns2:creationId id="{5B399A60-0BE0-449F-81C8-9B88E99304EC}"/>
                </a:ext>
              </a:extLst>
            </p:cNvPr>
            <p:cNvSpPr>
              <a:spLocks noGrp="1"/>
            </p:cNvSpPr>
            <p:nvPr/>
          </p:nvSpPr>
          <p:spPr>
            <a:xfrm>
              <a:off x="1634720" y="3932109"/>
              <a:ext cx="32953" cy="1042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631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631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31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</a:p>
          </p:txBody>
        </p:sp>
        <p:sp>
          <p:nvSpPr>
            <p:cNvPr id="397" name="B Mass-preserving split::Conditional split law-4">
              <a:extLst>
                <a:ext uri="{FF2B5EF4-FFF2-40B4-BE49-F238E27FC236}">
                  <ns2:creationId id="{D93E16F2-5757-4611-BFC6-3CCF9362DC49}"/>
                </a:ext>
              </a:extLst>
            </p:cNvPr>
            <p:cNvSpPr>
              <a:spLocks noGrp="1"/>
            </p:cNvSpPr>
            <p:nvPr/>
          </p:nvSpPr>
          <p:spPr>
            <a:xfrm>
              <a:off x="1666426" y="3932109"/>
              <a:ext cx="57891" cy="1042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rPr>
                <a:t> | </a:t>
              </a:r>
            </a:p>
          </p:txBody>
        </p:sp>
        <p:sp>
          <p:nvSpPr>
            <p:cNvPr id="398" name="B Mass-preserving split::Conditional split law-5">
              <a:extLst>
                <a:ext uri="{FF2B5EF4-FFF2-40B4-BE49-F238E27FC236}">
                  <ns2:creationId id="{D4556F88-30A5-49A4-89EF-337A502CC5EA}"/>
                </a:ext>
              </a:extLst>
            </p:cNvPr>
            <p:cNvSpPr>
              <a:spLocks noGrp="1"/>
            </p:cNvSpPr>
            <p:nvPr/>
          </p:nvSpPr>
          <p:spPr>
            <a:xfrm>
              <a:off x="1723070" y="3932109"/>
              <a:ext cx="68534" cy="1042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631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631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31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rPr>
                <a:t>M</a:t>
              </a:r>
            </a:p>
          </p:txBody>
        </p:sp>
        <p:sp>
          <p:nvSpPr>
            <p:cNvPr id="399" name="B Mass-preserving split::Conditional split law-6">
              <a:extLst>
                <a:ext uri="{FF2B5EF4-FFF2-40B4-BE49-F238E27FC236}">
                  <ns2:creationId id="{07CB7E5C-E8B2-449A-9DD3-05E55F94C8AC}"/>
                </a:ext>
              </a:extLst>
            </p:cNvPr>
            <p:cNvSpPr>
              <a:spLocks noGrp="1"/>
            </p:cNvSpPr>
            <p:nvPr/>
          </p:nvSpPr>
          <p:spPr>
            <a:xfrm>
              <a:off x="1790357" y="3932109"/>
              <a:ext cx="41859" cy="1042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rPr>
                <a:t>, </a:t>
              </a:r>
            </a:p>
          </p:txBody>
        </p:sp>
        <p:sp>
          <p:nvSpPr>
            <p:cNvPr id="400" name="B Mass-preserving split::Conditional split law-7">
              <a:extLst>
                <a:ext uri="{FF2B5EF4-FFF2-40B4-BE49-F238E27FC236}">
                  <ns2:creationId id="{DB48C423-18EA-44A4-8F81-365053AA64FC}"/>
                </a:ext>
              </a:extLst>
            </p:cNvPr>
            <p:cNvSpPr>
              <a:spLocks noGrp="1"/>
            </p:cNvSpPr>
            <p:nvPr/>
          </p:nvSpPr>
          <p:spPr>
            <a:xfrm>
              <a:off x="1830969" y="3932109"/>
              <a:ext cx="59672" cy="1042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631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631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31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rPr>
                <a:t>m</a:t>
              </a:r>
            </a:p>
          </p:txBody>
        </p:sp>
        <p:sp>
          <p:nvSpPr>
            <p:cNvPr id="401" name="B Mass-preserving split::Conditional split law-sub-7">
              <a:extLst>
                <a:ext uri="{FF2B5EF4-FFF2-40B4-BE49-F238E27FC236}">
                  <ns2:creationId id="{5E6EBB34-5696-4B86-8ACB-3932E17BF52E}"/>
                </a:ext>
              </a:extLst>
            </p:cNvPr>
            <p:cNvSpPr>
              <a:spLocks noGrp="1"/>
            </p:cNvSpPr>
            <p:nvPr/>
          </p:nvSpPr>
          <p:spPr>
            <a:xfrm>
              <a:off x="1888860" y="3953752"/>
              <a:ext cx="80869" cy="8817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473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473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73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rPr>
                <a:t>−B</a:t>
              </a:r>
            </a:p>
          </p:txBody>
        </p:sp>
        <p:sp>
          <p:nvSpPr>
            <p:cNvPr id="402" name="B Mass-preserving split::Conditional split law-8">
              <a:extLst>
                <a:ext uri="{FF2B5EF4-FFF2-40B4-BE49-F238E27FC236}">
                  <ns2:creationId id="{56C840FB-2C5F-4559-9E5D-B333B5C0A151}"/>
                </a:ext>
              </a:extLst>
            </p:cNvPr>
            <p:cNvSpPr>
              <a:spLocks noGrp="1"/>
            </p:cNvSpPr>
            <p:nvPr/>
          </p:nvSpPr>
          <p:spPr>
            <a:xfrm>
              <a:off x="1966700" y="3932109"/>
              <a:ext cx="41859" cy="1042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rPr>
                <a:t>, </a:t>
              </a:r>
            </a:p>
          </p:txBody>
        </p:sp>
        <p:sp>
          <p:nvSpPr>
            <p:cNvPr id="403" name="B Mass-preserving split::Conditional split law-9">
              <a:extLst>
                <a:ext uri="{FF2B5EF4-FFF2-40B4-BE49-F238E27FC236}">
                  <ns2:creationId id="{B26042F3-C0CF-4A39-BA8E-2EBCAB5CEEF3}"/>
                </a:ext>
              </a:extLst>
            </p:cNvPr>
            <p:cNvSpPr>
              <a:spLocks noGrp="1"/>
            </p:cNvSpPr>
            <p:nvPr/>
          </p:nvSpPr>
          <p:spPr>
            <a:xfrm>
              <a:off x="2007313" y="3932109"/>
              <a:ext cx="50766" cy="1042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631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631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31" b="0" i="1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rPr>
                <a:t>E</a:t>
              </a:r>
            </a:p>
          </p:txBody>
        </p:sp>
        <p:sp>
          <p:nvSpPr>
            <p:cNvPr id="404" name="B Mass-preserving split::Conditional split law-10">
              <a:extLst>
                <a:ext uri="{FF2B5EF4-FFF2-40B4-BE49-F238E27FC236}">
                  <ns2:creationId id="{DCC4541F-45E1-48B7-B8C3-65A6E58FE200}"/>
                </a:ext>
              </a:extLst>
            </p:cNvPr>
            <p:cNvSpPr>
              <a:spLocks noGrp="1"/>
            </p:cNvSpPr>
            <p:nvPr/>
          </p:nvSpPr>
          <p:spPr>
            <a:xfrm>
              <a:off x="2056832" y="3932109"/>
              <a:ext cx="28455" cy="1042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31" b="0" i="0">
                  <a:solidFill>
                    <a:srgbClr val="874016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  <p:sp>
          <p:nvSpPr>
            <p:cNvPr id="405" name="B Mass-preserving split::Split identity-0">
              <a:extLst>
                <a:ext uri="{FF2B5EF4-FFF2-40B4-BE49-F238E27FC236}">
                  <ns2:creationId id="{BE1ADD8C-43F6-4EA6-94F6-49066723A4A7}"/>
                </a:ext>
              </a:extLst>
            </p:cNvPr>
            <p:cNvSpPr>
              <a:spLocks noGrp="1"/>
            </p:cNvSpPr>
            <p:nvPr/>
          </p:nvSpPr>
          <p:spPr>
            <a:xfrm>
              <a:off x="1210961" y="4027005"/>
              <a:ext cx="87103" cy="1331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80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0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M</a:t>
              </a:r>
            </a:p>
          </p:txBody>
        </p:sp>
        <p:sp>
          <p:nvSpPr>
            <p:cNvPr id="406" name="B Mass-preserving split::Split identity-sub-0">
              <a:extLst>
                <a:ext uri="{FF2B5EF4-FFF2-40B4-BE49-F238E27FC236}">
                  <ns2:creationId id="{D4F5DA0F-F19C-44A7-8AD9-60781ACA33E1}"/>
                </a:ext>
              </a:extLst>
            </p:cNvPr>
            <p:cNvSpPr>
              <a:spLocks noGrp="1"/>
            </p:cNvSpPr>
            <p:nvPr/>
          </p:nvSpPr>
          <p:spPr>
            <a:xfrm>
              <a:off x="1296282" y="4054659"/>
              <a:ext cx="40924" cy="1126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589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589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89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407" name="B Mass-preserving split::Split identity-1">
              <a:extLst>
                <a:ext uri="{FF2B5EF4-FFF2-40B4-BE49-F238E27FC236}">
                  <ns2:creationId id="{55EC47F2-1D22-4D4A-99F9-EA7A6E761671}"/>
                </a:ext>
              </a:extLst>
            </p:cNvPr>
            <p:cNvSpPr>
              <a:spLocks noGrp="1"/>
            </p:cNvSpPr>
            <p:nvPr/>
          </p:nvSpPr>
          <p:spPr>
            <a:xfrm>
              <a:off x="1334179" y="4027005"/>
              <a:ext cx="110749" cy="1331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80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0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</a:p>
          </p:txBody>
        </p:sp>
        <p:sp>
          <p:nvSpPr>
            <p:cNvPr id="408" name="B Mass-preserving split::Split identity-2">
              <a:extLst>
                <a:ext uri="{FF2B5EF4-FFF2-40B4-BE49-F238E27FC236}">
                  <ns2:creationId id="{A11E9703-08E8-4067-AA63-9C5E17E9E99C}"/>
                </a:ext>
              </a:extLst>
            </p:cNvPr>
            <p:cNvSpPr>
              <a:spLocks noGrp="1"/>
            </p:cNvSpPr>
            <p:nvPr/>
          </p:nvSpPr>
          <p:spPr>
            <a:xfrm>
              <a:off x="1443681" y="4027005"/>
              <a:ext cx="126959" cy="1331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80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0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sM</a:t>
              </a:r>
            </a:p>
          </p:txBody>
        </p:sp>
        <p:sp>
          <p:nvSpPr>
            <p:cNvPr id="409" name="B Mass-preserving split::Split identity-3">
              <a:extLst>
                <a:ext uri="{FF2B5EF4-FFF2-40B4-BE49-F238E27FC236}">
                  <ns2:creationId id="{AAF5DB77-8C82-4464-861D-04F2C5AFA62E}"/>
                </a:ext>
              </a:extLst>
            </p:cNvPr>
            <p:cNvSpPr>
              <a:spLocks noGrp="1"/>
            </p:cNvSpPr>
            <p:nvPr/>
          </p:nvSpPr>
          <p:spPr>
            <a:xfrm>
              <a:off x="1569393" y="4027005"/>
              <a:ext cx="104203" cy="1331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80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0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    </a:t>
              </a:r>
            </a:p>
          </p:txBody>
        </p:sp>
        <p:sp>
          <p:nvSpPr>
            <p:cNvPr id="410" name="B Mass-preserving split::Split identity-4">
              <a:extLst>
                <a:ext uri="{FF2B5EF4-FFF2-40B4-BE49-F238E27FC236}">
                  <ns2:creationId id="{C5D55E0D-D12C-4BC7-A445-EB8DACC2CFD2}"/>
                </a:ext>
              </a:extLst>
            </p:cNvPr>
            <p:cNvSpPr>
              <a:spLocks noGrp="1"/>
            </p:cNvSpPr>
            <p:nvPr/>
          </p:nvSpPr>
          <p:spPr>
            <a:xfrm>
              <a:off x="1672349" y="4027005"/>
              <a:ext cx="87103" cy="1331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80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0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M</a:t>
              </a:r>
            </a:p>
          </p:txBody>
        </p:sp>
        <p:sp>
          <p:nvSpPr>
            <p:cNvPr id="411" name="B Mass-preserving split::Split identity-sub-4">
              <a:extLst>
                <a:ext uri="{FF2B5EF4-FFF2-40B4-BE49-F238E27FC236}">
                  <ns2:creationId id="{F7BEB185-FAB9-4FB7-8AA0-D97D8B806527}"/>
                </a:ext>
              </a:extLst>
            </p:cNvPr>
            <p:cNvSpPr>
              <a:spLocks noGrp="1"/>
            </p:cNvSpPr>
            <p:nvPr/>
          </p:nvSpPr>
          <p:spPr>
            <a:xfrm>
              <a:off x="1757671" y="4054659"/>
              <a:ext cx="40924" cy="1126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589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589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89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  <p:sp>
          <p:nvSpPr>
            <p:cNvPr id="412" name="B Mass-preserving split::Split identity-5">
              <a:extLst>
                <a:ext uri="{FF2B5EF4-FFF2-40B4-BE49-F238E27FC236}">
                  <ns2:creationId id="{0BC5737D-D413-4C38-89FE-49745261FFCD}"/>
                </a:ext>
              </a:extLst>
            </p:cNvPr>
            <p:cNvSpPr>
              <a:spLocks noGrp="1"/>
            </p:cNvSpPr>
            <p:nvPr/>
          </p:nvSpPr>
          <p:spPr>
            <a:xfrm>
              <a:off x="1795567" y="4027005"/>
              <a:ext cx="253828" cy="1331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80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0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 = (1−</a:t>
              </a:r>
            </a:p>
          </p:txBody>
        </p:sp>
        <p:sp>
          <p:nvSpPr>
            <p:cNvPr id="413" name="B Mass-preserving split::Split identity-6">
              <a:extLst>
                <a:ext uri="{FF2B5EF4-FFF2-40B4-BE49-F238E27FC236}">
                  <ns2:creationId id="{8BC91811-1471-4750-87E9-65E22441CA5E}"/>
                </a:ext>
              </a:extLst>
            </p:cNvPr>
            <p:cNvSpPr>
              <a:spLocks noGrp="1"/>
            </p:cNvSpPr>
            <p:nvPr/>
          </p:nvSpPr>
          <p:spPr>
            <a:xfrm>
              <a:off x="2048148" y="4027005"/>
              <a:ext cx="41637" cy="1331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80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0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</a:p>
          </p:txBody>
        </p:sp>
        <p:sp>
          <p:nvSpPr>
            <p:cNvPr id="414" name="B Mass-preserving split::Split identity-7">
              <a:extLst>
                <a:ext uri="{FF2B5EF4-FFF2-40B4-BE49-F238E27FC236}">
                  <ns2:creationId id="{950AA264-157E-4C29-9B29-7A028D0D0830}"/>
                </a:ext>
              </a:extLst>
            </p:cNvPr>
            <p:cNvSpPr>
              <a:spLocks noGrp="1"/>
            </p:cNvSpPr>
            <p:nvPr/>
          </p:nvSpPr>
          <p:spPr>
            <a:xfrm>
              <a:off x="2088538" y="4027005"/>
              <a:ext cx="35892" cy="1331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80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0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  <p:sp>
          <p:nvSpPr>
            <p:cNvPr id="415" name="B Mass-preserving split::Split identity-8">
              <a:extLst>
                <a:ext uri="{FF2B5EF4-FFF2-40B4-BE49-F238E27FC236}">
                  <ns2:creationId id="{52D16E98-03EF-4B4E-9E17-89B1E8796300}"/>
                </a:ext>
              </a:extLst>
            </p:cNvPr>
            <p:cNvSpPr>
              <a:spLocks noGrp="1"/>
            </p:cNvSpPr>
            <p:nvPr/>
          </p:nvSpPr>
          <p:spPr>
            <a:xfrm>
              <a:off x="2123183" y="4027005"/>
              <a:ext cx="87103" cy="1331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80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0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M</a:t>
              </a:r>
            </a:p>
          </p:txBody>
        </p:sp>
        <p:sp>
          <p:nvSpPr>
            <p:cNvPr id="416" name="B Mass-preserving split::Conservation-0">
              <a:extLst>
                <a:ext uri="{FF2B5EF4-FFF2-40B4-BE49-F238E27FC236}">
                  <ns2:creationId id="{930173E2-309A-4E77-BED0-FC223D7BC843}"/>
                </a:ext>
              </a:extLst>
            </p:cNvPr>
            <p:cNvSpPr>
              <a:spLocks noGrp="1"/>
            </p:cNvSpPr>
            <p:nvPr/>
          </p:nvSpPr>
          <p:spPr>
            <a:xfrm>
              <a:off x="1398727" y="4205130"/>
              <a:ext cx="87103" cy="1331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6" b="0" i="1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806" b="0" i="1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06" b="0" i="1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rPr>
                <a:t>M</a:t>
              </a:r>
            </a:p>
          </p:txBody>
        </p:sp>
        <p:sp>
          <p:nvSpPr>
            <p:cNvPr id="417" name="B Mass-preserving split::Conservation-sub-0">
              <a:extLst>
                <a:ext uri="{FF2B5EF4-FFF2-40B4-BE49-F238E27FC236}">
                  <ns2:creationId id="{4B6D1978-3D82-4C51-B63C-65BB00E04A86}"/>
                </a:ext>
              </a:extLst>
            </p:cNvPr>
            <p:cNvSpPr>
              <a:spLocks noGrp="1"/>
            </p:cNvSpPr>
            <p:nvPr/>
          </p:nvSpPr>
          <p:spPr>
            <a:xfrm>
              <a:off x="1484048" y="4232784"/>
              <a:ext cx="40924" cy="1126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589" b="0" i="1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589" b="0" i="1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89" b="0" i="1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418" name="B Mass-preserving split::Conservation-1">
              <a:extLst>
                <a:ext uri="{FF2B5EF4-FFF2-40B4-BE49-F238E27FC236}">
                  <ns2:creationId id="{7DB0A1F8-53FA-4020-8CD7-B00A06DAADED}"/>
                </a:ext>
              </a:extLst>
            </p:cNvPr>
            <p:cNvSpPr>
              <a:spLocks noGrp="1"/>
            </p:cNvSpPr>
            <p:nvPr/>
          </p:nvSpPr>
          <p:spPr>
            <a:xfrm>
              <a:off x="1521945" y="4205130"/>
              <a:ext cx="110749" cy="1331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6" b="0" i="0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806" b="0" i="0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06" b="0" i="0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rPr>
                <a:t> + </a:t>
              </a:r>
            </a:p>
          </p:txBody>
        </p:sp>
        <p:sp>
          <p:nvSpPr>
            <p:cNvPr id="419" name="B Mass-preserving split::Conservation-2">
              <a:extLst>
                <a:ext uri="{FF2B5EF4-FFF2-40B4-BE49-F238E27FC236}">
                  <ns2:creationId id="{C16427C3-0A03-4FEE-A13A-F79FBA624287}"/>
                </a:ext>
              </a:extLst>
            </p:cNvPr>
            <p:cNvSpPr>
              <a:spLocks noGrp="1"/>
            </p:cNvSpPr>
            <p:nvPr/>
          </p:nvSpPr>
          <p:spPr>
            <a:xfrm>
              <a:off x="1631447" y="4205130"/>
              <a:ext cx="87103" cy="1331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6" b="0" i="1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806" b="0" i="1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06" b="0" i="1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rPr>
                <a:t>M</a:t>
              </a:r>
            </a:p>
          </p:txBody>
        </p:sp>
        <p:sp>
          <p:nvSpPr>
            <p:cNvPr id="420" name="B Mass-preserving split::Conservation-sub-2">
              <a:extLst>
                <a:ext uri="{FF2B5EF4-FFF2-40B4-BE49-F238E27FC236}">
                  <ns2:creationId id="{CC2A8EF8-FB90-45E5-90C2-BD61223F4CEA}"/>
                </a:ext>
              </a:extLst>
            </p:cNvPr>
            <p:cNvSpPr>
              <a:spLocks noGrp="1"/>
            </p:cNvSpPr>
            <p:nvPr/>
          </p:nvSpPr>
          <p:spPr>
            <a:xfrm>
              <a:off x="1716769" y="4232784"/>
              <a:ext cx="40924" cy="1126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589" b="0" i="1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589" b="0" i="1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89" b="0" i="1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  <p:sp>
          <p:nvSpPr>
            <p:cNvPr id="421" name="B Mass-preserving split::Conservation-3">
              <a:extLst>
                <a:ext uri="{FF2B5EF4-FFF2-40B4-BE49-F238E27FC236}">
                  <ns2:creationId id="{B0739976-E1C4-4667-B312-E3F721342970}"/>
                </a:ext>
              </a:extLst>
            </p:cNvPr>
            <p:cNvSpPr>
              <a:spLocks noGrp="1"/>
            </p:cNvSpPr>
            <p:nvPr/>
          </p:nvSpPr>
          <p:spPr>
            <a:xfrm>
              <a:off x="1754665" y="4205130"/>
              <a:ext cx="110749" cy="1331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6" b="0" i="0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806" b="0" i="0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06" b="0" i="0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</a:p>
          </p:txBody>
        </p:sp>
        <p:sp>
          <p:nvSpPr>
            <p:cNvPr id="422" name="B Mass-preserving split::Conservation-4">
              <a:extLst>
                <a:ext uri="{FF2B5EF4-FFF2-40B4-BE49-F238E27FC236}">
                  <ns2:creationId id="{F4AC3F23-3148-4D50-A452-81B476DB8FED}"/>
                </a:ext>
              </a:extLst>
            </p:cNvPr>
            <p:cNvSpPr>
              <a:spLocks noGrp="1"/>
            </p:cNvSpPr>
            <p:nvPr/>
          </p:nvSpPr>
          <p:spPr>
            <a:xfrm>
              <a:off x="1864167" y="4205130"/>
              <a:ext cx="87103" cy="1331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6" b="0" i="1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806" b="0" i="1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06" b="0" i="1">
                  <a:solidFill>
                    <a:srgbClr val="9F4515"/>
                  </a:solidFill>
                  <a:latin typeface="Times New Roman"/>
                  <a:ea typeface="Times New Roman"/>
                  <a:cs typeface="Times New Roman"/>
                </a:rPr>
                <a:t>M</a:t>
              </a:r>
            </a:p>
          </p:txBody>
        </p:sp>
        <p:grpSp>
          <p:nvGrpSpPr>
            <p:cNvPr id="603" name="Coarse spectrum"/>
            <p:cNvGrpSpPr/>
            <p:nvPr/>
          </p:nvGrpSpPr>
          <p:grpSpPr>
            <a:xfrm>
              <a:off x="75703" y="3157311"/>
              <a:ext cx="1001953" cy="970690"/>
              <a:chOff x="75703" y="3157311"/>
              <a:chExt cx="1001953" cy="970690"/>
            </a:xfrm>
          </p:grpSpPr>
          <p:pic>
            <p:nvPicPr>
              <p:cNvPr id="423" name="B Mass-preserving split/Coarse spectrum::Source-based coarse spectrum" descr="Source-based coarse spectrum">
                <a:extLst>
                  <a:ext uri="{FF2B5EF4-FFF2-40B4-BE49-F238E27FC236}">
                    <ns2:creationId id="{E8052654-8628-4D8F-89FE-C42A82615E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bba7a31c68cf442a"/>
              <a:stretch/>
            </p:blipFill>
            <p:spPr>
              <a:xfrm>
                <a:off x="75703" y="3157311"/>
                <a:ext cx="1001953" cy="970690"/>
              </a:xfrm>
              <a:prstGeom prst="rect">
                <a:avLst/>
              </a:prstGeom>
            </p:spPr>
          </p:pic>
        </p:grpSp>
        <p:grpSp>
          <p:nvGrpSpPr>
            <p:cNvPr id="604" name="Parent and children"/>
            <p:cNvGrpSpPr/>
            <p:nvPr/>
          </p:nvGrpSpPr>
          <p:grpSpPr>
            <a:xfrm>
              <a:off x="779297" y="3206250"/>
              <a:ext cx="1300054" cy="745810"/>
              <a:chOff x="779297" y="3206250"/>
              <a:chExt cx="1300054" cy="745810"/>
            </a:xfrm>
          </p:grpSpPr>
          <p:pic>
            <p:nvPicPr>
              <p:cNvPr id="424" name="B Mass-preserving split/Parent and children::Source-based parent" descr="Source-based parent">
                <a:extLst>
                  <a:ext uri="{FF2B5EF4-FFF2-40B4-BE49-F238E27FC236}">
                    <ns2:creationId id="{855F99F2-4864-4552-BE50-7A60533198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beeb11699e484797"/>
              <a:stretch/>
            </p:blipFill>
            <p:spPr>
              <a:xfrm>
                <a:off x="1264733" y="3295313"/>
                <a:ext cx="351706" cy="409688"/>
              </a:xfrm>
              <a:prstGeom prst="rect">
                <a:avLst/>
              </a:prstGeom>
            </p:spPr>
          </p:pic>
          <p:pic>
            <p:nvPicPr>
              <p:cNvPr id="425" name="B Mass-preserving split/Parent and children::Source-based child1" descr="Source-based child1">
                <a:extLst>
                  <a:ext uri="{FF2B5EF4-FFF2-40B4-BE49-F238E27FC236}">
                    <ns2:creationId id="{CF53050C-6FBF-4AD1-B8E9-6FB73CFB1B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29dad7973fda42fc"/>
              <a:stretch/>
            </p:blipFill>
            <p:spPr>
              <a:xfrm>
                <a:off x="1821672" y="3206250"/>
                <a:ext cx="257594" cy="227109"/>
              </a:xfrm>
              <a:prstGeom prst="rect">
                <a:avLst/>
              </a:prstGeom>
            </p:spPr>
          </p:pic>
          <p:pic>
            <p:nvPicPr>
              <p:cNvPr id="426" name="B Mass-preserving split/Parent and children::Source-based child2" descr="Source-based child2">
                <a:extLst>
                  <a:ext uri="{FF2B5EF4-FFF2-40B4-BE49-F238E27FC236}">
                    <ns2:creationId id="{FE9D67E2-D49D-4A9A-B797-F9859F69E1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93ff621a660c4e5c"/>
              <a:stretch/>
            </p:blipFill>
            <p:spPr>
              <a:xfrm>
                <a:off x="1821587" y="3571406"/>
                <a:ext cx="257764" cy="249375"/>
              </a:xfrm>
              <a:prstGeom prst="rect">
                <a:avLst/>
              </a:prstGeom>
            </p:spPr>
          </p:pic>
          <p:cxnSp>
            <p:nvCxnSpPr>
              <p:cNvPr id="427" name="B Mass-preserving split/Parent and children::Parent zoom top-1">
                <a:extLst>
                  <a:ext uri="{FF2B5EF4-FFF2-40B4-BE49-F238E27FC236}">
                    <ns2:creationId id="{5A5D546F-342F-412D-A413-D556F2CA2E62}"/>
                  </a:ext>
                </a:extLst>
              </p:cNvPr>
              <p:cNvCxnSpPr/>
              <p:nvPr/>
            </p:nvCxnSpPr>
            <p:spPr>
              <a:xfrm flipH="0" flipV="1">
                <a:off x="779297" y="3295313"/>
                <a:ext cx="365156" cy="169219"/>
              </a:xfrm>
              <a:prstGeom prst="straightConnector1">
                <a:avLst/>
              </a:prstGeom>
              <a:ln w="3785">
                <a:solidFill>
                  <a:srgbClr val="C7864D"/>
                </a:solidFill>
                <a:prstDash val="dash"/>
              </a:ln>
            </p:spPr>
          </p:cxnSp>
          <p:cxnSp>
            <p:nvCxnSpPr>
              <p:cNvPr id="428" name="B Mass-preserving split/Parent and children::Parent zoom top-2">
                <a:extLst>
                  <a:ext uri="{FF2B5EF4-FFF2-40B4-BE49-F238E27FC236}">
                    <ns2:creationId id="{22C0DB21-F146-4ABB-A346-EC369EAD20B9}"/>
                  </a:ext>
                </a:extLst>
              </p:cNvPr>
              <p:cNvCxnSpPr/>
              <p:nvPr/>
            </p:nvCxnSpPr>
            <p:spPr>
              <a:xfrm flipH="0" flipV="0">
                <a:off x="1144453" y="3295313"/>
                <a:ext cx="111328" cy="0"/>
              </a:xfrm>
              <a:prstGeom prst="straightConnector1">
                <a:avLst/>
              </a:prstGeom>
              <a:ln w="3785">
                <a:solidFill>
                  <a:srgbClr val="C7864D"/>
                </a:solidFill>
                <a:prstDash val="dash"/>
              </a:ln>
            </p:spPr>
          </p:cxnSp>
          <p:cxnSp>
            <p:nvCxnSpPr>
              <p:cNvPr id="429" name="B Mass-preserving split/Parent and children::Parent zoom bottom-1">
                <a:extLst>
                  <a:ext uri="{FF2B5EF4-FFF2-40B4-BE49-F238E27FC236}">
                    <ns2:creationId id="{CA275F6B-B285-47F2-8608-C9F1C65040E9}"/>
                  </a:ext>
                </a:extLst>
              </p:cNvPr>
              <p:cNvCxnSpPr/>
              <p:nvPr/>
            </p:nvCxnSpPr>
            <p:spPr>
              <a:xfrm flipH="0" flipV="0">
                <a:off x="779297" y="3598125"/>
                <a:ext cx="365156" cy="106875"/>
              </a:xfrm>
              <a:prstGeom prst="straightConnector1">
                <a:avLst/>
              </a:prstGeom>
              <a:ln w="3785">
                <a:solidFill>
                  <a:srgbClr val="C7864D"/>
                </a:solidFill>
                <a:prstDash val="dash"/>
              </a:ln>
            </p:spPr>
          </p:cxnSp>
          <p:cxnSp>
            <p:nvCxnSpPr>
              <p:cNvPr id="430" name="B Mass-preserving split/Parent and children::Parent zoom bottom-2">
                <a:extLst>
                  <a:ext uri="{FF2B5EF4-FFF2-40B4-BE49-F238E27FC236}">
                    <ns2:creationId id="{27D1650C-C8F9-4A4B-BE97-D0F5D136C726}"/>
                  </a:ext>
                </a:extLst>
              </p:cNvPr>
              <p:cNvCxnSpPr/>
              <p:nvPr/>
            </p:nvCxnSpPr>
            <p:spPr>
              <a:xfrm flipH="0" flipV="0">
                <a:off x="1144453" y="3705000"/>
                <a:ext cx="111328" cy="0"/>
              </a:xfrm>
              <a:prstGeom prst="straightConnector1">
                <a:avLst/>
              </a:prstGeom>
              <a:ln w="3785">
                <a:solidFill>
                  <a:srgbClr val="C7864D"/>
                </a:solidFill>
                <a:prstDash val="dash"/>
              </a:ln>
            </p:spPr>
          </p:cxnSp>
          <p:cxnSp>
            <p:nvCxnSpPr>
              <p:cNvPr id="431" name="B Mass-preserving split/Parent and children::Binary split link-1">
                <a:extLst>
                  <a:ext uri="{FF2B5EF4-FFF2-40B4-BE49-F238E27FC236}">
                    <ns2:creationId id="{BC3B2375-166E-47EA-8986-05808D251A18}"/>
                  </a:ext>
                </a:extLst>
              </p:cNvPr>
              <p:cNvCxnSpPr/>
              <p:nvPr/>
            </p:nvCxnSpPr>
            <p:spPr>
              <a:xfrm flipH="0" flipV="1">
                <a:off x="1616484" y="3206250"/>
                <a:ext cx="204844" cy="89063"/>
              </a:xfrm>
              <a:prstGeom prst="straightConnector1">
                <a:avLst/>
              </a:prstGeom>
              <a:ln w="3785">
                <a:solidFill>
                  <a:srgbClr val="C7864D"/>
                </a:solidFill>
                <a:prstDash val="dash"/>
              </a:ln>
            </p:spPr>
          </p:cxnSp>
          <p:cxnSp>
            <p:nvCxnSpPr>
              <p:cNvPr id="432" name="B Mass-preserving split/Parent and children::Binary split link-1">
                <a:extLst>
                  <a:ext uri="{FF2B5EF4-FFF2-40B4-BE49-F238E27FC236}">
                    <ns2:creationId id="{FD89C98B-DD9E-479B-B6E6-CDD265055E33}"/>
                  </a:ext>
                </a:extLst>
              </p:cNvPr>
              <p:cNvCxnSpPr/>
              <p:nvPr/>
            </p:nvCxnSpPr>
            <p:spPr>
              <a:xfrm flipH="0" flipV="1">
                <a:off x="1616484" y="3433359"/>
                <a:ext cx="204844" cy="66797"/>
              </a:xfrm>
              <a:prstGeom prst="straightConnector1">
                <a:avLst/>
              </a:prstGeom>
              <a:ln w="3785">
                <a:solidFill>
                  <a:srgbClr val="C7864D"/>
                </a:solidFill>
                <a:prstDash val="dash"/>
              </a:ln>
            </p:spPr>
          </p:cxnSp>
          <p:cxnSp>
            <p:nvCxnSpPr>
              <p:cNvPr id="433" name="B Mass-preserving split/Parent and children::Binary split link-1">
                <a:extLst>
                  <a:ext uri="{FF2B5EF4-FFF2-40B4-BE49-F238E27FC236}">
                    <ns2:creationId id="{8CDC53DE-2362-41F1-8E92-15F6FDD8A0B2}"/>
                  </a:ext>
                </a:extLst>
              </p:cNvPr>
              <p:cNvCxnSpPr/>
              <p:nvPr/>
            </p:nvCxnSpPr>
            <p:spPr>
              <a:xfrm flipH="0" flipV="0">
                <a:off x="1616484" y="3500156"/>
                <a:ext cx="204844" cy="71250"/>
              </a:xfrm>
              <a:prstGeom prst="straightConnector1">
                <a:avLst/>
              </a:prstGeom>
              <a:ln w="3785">
                <a:solidFill>
                  <a:srgbClr val="C7864D"/>
                </a:solidFill>
                <a:prstDash val="dash"/>
              </a:ln>
            </p:spPr>
          </p:cxnSp>
          <p:cxnSp>
            <p:nvCxnSpPr>
              <p:cNvPr id="434" name="B Mass-preserving split/Parent and children::Binary split link-1">
                <a:extLst>
                  <a:ext uri="{FF2B5EF4-FFF2-40B4-BE49-F238E27FC236}">
                    <ns2:creationId id="{50C96BE9-E759-4F4A-9B6B-42D0EA9BFC73}"/>
                  </a:ext>
                </a:extLst>
              </p:cNvPr>
              <p:cNvCxnSpPr/>
              <p:nvPr/>
            </p:nvCxnSpPr>
            <p:spPr>
              <a:xfrm flipH="0" flipV="0">
                <a:off x="1616484" y="3705000"/>
                <a:ext cx="204844" cy="115781"/>
              </a:xfrm>
              <a:prstGeom prst="straightConnector1">
                <a:avLst/>
              </a:prstGeom>
              <a:ln w="3785">
                <a:solidFill>
                  <a:srgbClr val="C7864D"/>
                </a:solidFill>
                <a:prstDash val="dash"/>
              </a:ln>
            </p:spPr>
          </p:cxnSp>
          <p:sp>
            <p:nvSpPr>
              <p:cNvPr id="435" name="B Mass-preserving split/Parent and children::Parent mass-0">
                <a:extLst>
                  <a:ext uri="{FF2B5EF4-FFF2-40B4-BE49-F238E27FC236}">
                    <ns2:creationId id="{2B6CA527-DED7-416C-828B-4CC43643C7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95431" y="3706380"/>
                <a:ext cx="87103" cy="13314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80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80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0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M</a:t>
                </a:r>
              </a:p>
            </p:txBody>
          </p:sp>
          <p:sp>
            <p:nvSpPr>
              <p:cNvPr id="436" name="B Mass-preserving split/Parent and children::Child mass one-0">
                <a:extLst>
                  <a:ext uri="{FF2B5EF4-FFF2-40B4-BE49-F238E27FC236}">
                    <ns2:creationId id="{11700C06-30F2-4AA7-B37D-B036E824A93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87079" y="3430420"/>
                <a:ext cx="83407" cy="12735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7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7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7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M</a:t>
                </a:r>
              </a:p>
            </p:txBody>
          </p:sp>
          <p:sp>
            <p:nvSpPr>
              <p:cNvPr id="437" name="B Mass-preserving split/Parent and children::Child mass one-sub-0">
                <a:extLst>
                  <a:ext uri="{FF2B5EF4-FFF2-40B4-BE49-F238E27FC236}">
                    <ns2:creationId id="{F1B5C94F-E1EF-40C7-9550-80697DBFA81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68704" y="3456872"/>
                <a:ext cx="39277" cy="10776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563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563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63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438" name="B Mass-preserving split/Parent and children::Child mass two-0">
                <a:extLst>
                  <a:ext uri="{FF2B5EF4-FFF2-40B4-BE49-F238E27FC236}">
                    <ns2:creationId id="{741DBC4D-6344-40B1-92C1-0925734C8B9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87079" y="3817842"/>
                <a:ext cx="83407" cy="12735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7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7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7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M</a:t>
                </a:r>
              </a:p>
            </p:txBody>
          </p:sp>
          <p:sp>
            <p:nvSpPr>
              <p:cNvPr id="439" name="B Mass-preserving split/Parent and children::Child mass two-sub-0">
                <a:extLst>
                  <a:ext uri="{FF2B5EF4-FFF2-40B4-BE49-F238E27FC236}">
                    <ns2:creationId id="{42117DB9-48EF-4972-A3E2-D45CD897111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68704" y="3844294"/>
                <a:ext cx="39277" cy="10776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563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563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63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</p:grpSp>
        <p:grpSp>
          <p:nvGrpSpPr>
            <p:cNvPr id="605" name="Fine spectrum"/>
            <p:cNvGrpSpPr/>
            <p:nvPr/>
          </p:nvGrpSpPr>
          <p:grpSpPr>
            <a:xfrm>
              <a:off x="2186484" y="3157499"/>
              <a:ext cx="1077656" cy="974768"/>
              <a:chOff x="2186484" y="3157499"/>
              <a:chExt cx="1077656" cy="974768"/>
            </a:xfrm>
          </p:grpSpPr>
          <p:pic>
            <p:nvPicPr>
              <p:cNvPr id="440" name="B Mass-preserving split/Fine spectrum::Source-based fine spectrum" descr="Source-based fine spectrum">
                <a:extLst>
                  <a:ext uri="{FF2B5EF4-FFF2-40B4-BE49-F238E27FC236}">
                    <ns2:creationId id="{6FDDA3F3-2430-48C1-9FA0-2BBE7687FE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0abfadc6243f4eb2"/>
              <a:stretch/>
            </p:blipFill>
            <p:spPr>
              <a:xfrm>
                <a:off x="2186484" y="3157499"/>
                <a:ext cx="1077656" cy="974768"/>
              </a:xfrm>
              <a:prstGeom prst="rect">
                <a:avLst/>
              </a:prstGeom>
            </p:spPr>
          </p:pic>
        </p:grpSp>
      </p:grpSp>
      <p:grpSp>
        <p:nvGrpSpPr>
          <p:cNvPr id="617" name="C Cross-resolution training"/>
          <p:cNvGrpSpPr/>
          <p:nvPr/>
        </p:nvGrpSpPr>
        <p:grpSpPr>
          <a:xfrm>
            <a:off x="3393281" y="2787656"/>
            <a:ext cx="3433359" cy="1647656"/>
            <a:chOff x="3393281" y="2787656"/>
            <a:chExt cx="3433359" cy="1647656"/>
          </a:xfrm>
        </p:grpSpPr>
        <p:sp>
          <p:nvSpPr>
            <p:cNvPr id="441" name="C Cross-resolution training::Panel background">
              <a:extLst>
                <a:ext uri="{FF2B5EF4-FFF2-40B4-BE49-F238E27FC236}">
                  <ns2:creationId id="{ECD08B8E-E72B-426D-B658-66F59A5055CD}"/>
                </a:ext>
              </a:extLst>
            </p:cNvPr>
            <p:cNvSpPr>
              <a:spLocks noGrp="1"/>
            </p:cNvSpPr>
            <p:nvPr/>
          </p:nvSpPr>
          <p:spPr>
            <a:xfrm>
              <a:off x="3393281" y="2787656"/>
              <a:ext cx="3433359" cy="1647656"/>
            </a:xfrm>
            <a:prstGeom prst="roundRect">
              <a:avLst>
                <a:gd name="adj" fmla="val 4324"/>
              </a:avLst>
            </a:prstGeom>
            <a:gradFill>
              <a:gsLst>
                <a:gs pos="0">
                  <a:srgbClr val="FFFFFF"/>
                </a:gs>
                <a:gs pos="100000">
                  <a:srgbClr val="FAF9FE"/>
                </a:gs>
              </a:gsLst>
              <a:lin ang="5400000"/>
            </a:gradFill>
            <a:ln w="6234">
              <a:solidFill>
                <a:srgbClr val="C9BFF1"/>
              </a:solidFill>
            </a:ln>
          </p:spPr>
        </p:sp>
        <p:sp>
          <p:nvSpPr>
            <p:cNvPr id="442" name="C Cross-resolution training::C header">
              <a:extLst>
                <a:ext uri="{FF2B5EF4-FFF2-40B4-BE49-F238E27FC236}">
                  <ns2:creationId id="{AFDFE5E6-67B9-4752-9492-1DA07C493790}"/>
                </a:ext>
              </a:extLst>
            </p:cNvPr>
            <p:cNvSpPr>
              <a:spLocks noGrp="1"/>
            </p:cNvSpPr>
            <p:nvPr/>
          </p:nvSpPr>
          <p:spPr>
            <a:xfrm>
              <a:off x="3397734" y="2792109"/>
              <a:ext cx="3424453" cy="187031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DCD4F2"/>
                </a:gs>
                <a:gs pos="100000">
                  <a:srgbClr val="F2EFFF"/>
                </a:gs>
              </a:gsLst>
              <a:lin ang="0"/>
            </a:gradFill>
            <a:ln w="0">
              <a:noFill/>
            </a:ln>
          </p:spPr>
        </p:sp>
        <p:sp>
          <p:nvSpPr>
            <p:cNvPr id="443" name="C Cross-resolution training::Panel marker">
              <a:extLst>
                <a:ext uri="{FF2B5EF4-FFF2-40B4-BE49-F238E27FC236}">
                  <ns2:creationId id="{BC7C1430-6C04-4DC6-B194-91C1CC445757}"/>
                </a:ext>
              </a:extLst>
            </p:cNvPr>
            <p:cNvSpPr>
              <a:spLocks noGrp="1"/>
            </p:cNvSpPr>
            <p:nvPr/>
          </p:nvSpPr>
          <p:spPr>
            <a:xfrm>
              <a:off x="3473438" y="2809922"/>
              <a:ext cx="209297" cy="14695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900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00000"/>
                </a:lnSpc>
                <a:buNone/>
                <a:defRPr sz="900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(c)</a:t>
              </a:r>
            </a:p>
          </p:txBody>
        </p:sp>
        <p:sp>
          <p:nvSpPr>
            <p:cNvPr id="444" name="C Cross-resolution training::Heading">
              <a:extLst>
                <a:ext uri="{FF2B5EF4-FFF2-40B4-BE49-F238E27FC236}">
                  <ns2:creationId id="{F9A2BE07-D59D-4ABE-8919-74B4D56AD9A1}"/>
                </a:ext>
              </a:extLst>
            </p:cNvPr>
            <p:cNvSpPr>
              <a:spLocks noGrp="1"/>
            </p:cNvSpPr>
            <p:nvPr/>
          </p:nvSpPr>
          <p:spPr>
            <a:xfrm>
              <a:off x="3740625" y="2801016"/>
              <a:ext cx="1652109" cy="14695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63" b="1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863" b="1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3" b="1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Cross-resolution training</a:t>
              </a:r>
            </a:p>
          </p:txBody>
        </p:sp>
        <p:sp>
          <p:nvSpPr>
            <p:cNvPr id="445" name="C Cross-resolution training::Subtitle">
              <a:extLst>
                <a:ext uri="{FF2B5EF4-FFF2-40B4-BE49-F238E27FC236}">
                  <ns2:creationId id="{EAA476F2-C789-43E6-B5E0-A7D6678CAC7A}"/>
                </a:ext>
              </a:extLst>
            </p:cNvPr>
            <p:cNvSpPr>
              <a:spLocks noGrp="1"/>
            </p:cNvSpPr>
            <p:nvPr/>
          </p:nvSpPr>
          <p:spPr>
            <a:xfrm>
              <a:off x="5450625" y="2832188"/>
              <a:ext cx="1304766" cy="1068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561" b="0" i="1">
                  <a:solidFill>
                    <a:srgbClr val="231A78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r">
                <a:lnSpc>
                  <a:spcPct val="100000"/>
                </a:lnSpc>
                <a:buNone/>
                <a:defRPr sz="561" b="0" i="1">
                  <a:solidFill>
                    <a:srgbClr val="231A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1" b="0" i="1">
                  <a:solidFill>
                    <a:srgbClr val="231A78"/>
                  </a:solidFill>
                  <a:latin typeface="Times New Roman"/>
                  <a:ea typeface="Times New Roman"/>
                  <a:cs typeface="Times New Roman"/>
                </a:rPr>
                <a:t>Posterior distillation across resolutions</a:t>
              </a:r>
            </a:p>
          </p:txBody>
        </p:sp>
        <p:sp>
          <p:nvSpPr>
            <p:cNvPr id="446" name="C Cross-resolution training::Denoising caption">
              <a:extLst>
                <a:ext uri="{FF2B5EF4-FFF2-40B4-BE49-F238E27FC236}">
                  <ns2:creationId id="{82FAFC40-21F5-4D37-9E28-DD678EAF216F}"/>
                </a:ext>
              </a:extLst>
            </p:cNvPr>
            <p:cNvSpPr>
              <a:spLocks noGrp="1"/>
            </p:cNvSpPr>
            <p:nvPr/>
          </p:nvSpPr>
          <p:spPr>
            <a:xfrm>
              <a:off x="4720313" y="3005859"/>
              <a:ext cx="685781" cy="1068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624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00000"/>
                </a:lnSpc>
                <a:buNone/>
                <a:defRPr sz="624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4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Denoising target</a:t>
              </a:r>
            </a:p>
          </p:txBody>
        </p:sp>
        <p:sp>
          <p:nvSpPr>
            <p:cNvPr id="447" name="C Cross-resolution training::Teacher input-0">
              <a:extLst>
                <a:ext uri="{FF2B5EF4-FFF2-40B4-BE49-F238E27FC236}">
                  <ns2:creationId id="{C350D2A2-DC60-4451-B82A-9084CF355429}"/>
                </a:ext>
              </a:extLst>
            </p:cNvPr>
            <p:cNvSpPr>
              <a:spLocks noGrp="1"/>
            </p:cNvSpPr>
            <p:nvPr/>
          </p:nvSpPr>
          <p:spPr>
            <a:xfrm>
              <a:off x="4179414" y="4102976"/>
              <a:ext cx="43284" cy="1215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3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73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3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x</a:t>
              </a:r>
            </a:p>
          </p:txBody>
        </p:sp>
        <p:sp>
          <p:nvSpPr>
            <p:cNvPr id="448" name="C Cross-resolution training::Teacher input-sub-0">
              <a:extLst>
                <a:ext uri="{FF2B5EF4-FFF2-40B4-BE49-F238E27FC236}">
                  <ns2:creationId id="{D519ED86-3387-46AD-97DE-2004E614EE86}"/>
                </a:ext>
              </a:extLst>
            </p:cNvPr>
            <p:cNvSpPr>
              <a:spLocks noGrp="1"/>
            </p:cNvSpPr>
            <p:nvPr/>
          </p:nvSpPr>
          <p:spPr>
            <a:xfrm>
              <a:off x="4220917" y="4128225"/>
              <a:ext cx="28010" cy="10286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538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538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8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τ</a:t>
              </a:r>
            </a:p>
          </p:txBody>
        </p:sp>
        <p:sp>
          <p:nvSpPr>
            <p:cNvPr id="449" name="C Cross-resolution training::Coarse target-0">
              <a:extLst>
                <a:ext uri="{FF2B5EF4-FFF2-40B4-BE49-F238E27FC236}">
                  <ns2:creationId id="{F59EA1C8-E62F-4B0F-A49A-E2B7A1ACF063}"/>
                </a:ext>
              </a:extLst>
            </p:cNvPr>
            <p:cNvSpPr>
              <a:spLocks noGrp="1"/>
            </p:cNvSpPr>
            <p:nvPr/>
          </p:nvSpPr>
          <p:spPr>
            <a:xfrm>
              <a:off x="5319436" y="3933757"/>
              <a:ext cx="58915" cy="1215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3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73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3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P</a:t>
              </a:r>
            </a:p>
          </p:txBody>
        </p:sp>
        <p:sp>
          <p:nvSpPr>
            <p:cNvPr id="450" name="C Cross-resolution training::Coarse target-1">
              <a:extLst>
                <a:ext uri="{FF2B5EF4-FFF2-40B4-BE49-F238E27FC236}">
                  <ns2:creationId id="{A16D213E-3247-444D-8559-67D51EC8DEDB}"/>
                </a:ext>
              </a:extLst>
            </p:cNvPr>
            <p:cNvSpPr>
              <a:spLocks noGrp="1"/>
            </p:cNvSpPr>
            <p:nvPr/>
          </p:nvSpPr>
          <p:spPr>
            <a:xfrm>
              <a:off x="5377104" y="3933757"/>
              <a:ext cx="139472" cy="1215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3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73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3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 sg[</a:t>
              </a:r>
            </a:p>
          </p:txBody>
        </p:sp>
        <p:sp>
          <p:nvSpPr>
            <p:cNvPr id="451" name="C Cross-resolution training::Coarse target-2">
              <a:extLst>
                <a:ext uri="{FF2B5EF4-FFF2-40B4-BE49-F238E27FC236}">
                  <ns2:creationId id="{4BCD3E4C-E571-42A6-8966-EB97022B2AFE}"/>
                </a:ext>
              </a:extLst>
            </p:cNvPr>
            <p:cNvSpPr>
              <a:spLocks noGrp="1"/>
            </p:cNvSpPr>
            <p:nvPr/>
          </p:nvSpPr>
          <p:spPr>
            <a:xfrm>
              <a:off x="5515329" y="3933757"/>
              <a:ext cx="38163" cy="1215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3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73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36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r</a:t>
              </a:r>
            </a:p>
          </p:txBody>
        </p:sp>
        <p:sp>
          <p:nvSpPr>
            <p:cNvPr id="452" name="C Cross-resolution training::Coarse target-sub-2">
              <a:extLst>
                <a:ext uri="{FF2B5EF4-FFF2-40B4-BE49-F238E27FC236}">
                  <ns2:creationId id="{33ED246F-0ACA-47D8-8304-73F89A9B2498}"/>
                </a:ext>
              </a:extLst>
            </p:cNvPr>
            <p:cNvSpPr>
              <a:spLocks noGrp="1"/>
            </p:cNvSpPr>
            <p:nvPr/>
          </p:nvSpPr>
          <p:spPr>
            <a:xfrm>
              <a:off x="5551711" y="3959006"/>
              <a:ext cx="37095" cy="10286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538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538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8" b="0" i="1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θ̄</a:t>
              </a:r>
            </a:p>
          </p:txBody>
        </p:sp>
        <p:sp>
          <p:nvSpPr>
            <p:cNvPr id="453" name="C Cross-resolution training::Coarse target-3">
              <a:extLst>
                <a:ext uri="{FF2B5EF4-FFF2-40B4-BE49-F238E27FC236}">
                  <ns2:creationId id="{D7387F81-D1D0-4D86-BDB7-8F0ED90D1FA9}"/>
                </a:ext>
              </a:extLst>
            </p:cNvPr>
            <p:cNvSpPr>
              <a:spLocks noGrp="1"/>
            </p:cNvSpPr>
            <p:nvPr/>
          </p:nvSpPr>
          <p:spPr>
            <a:xfrm>
              <a:off x="5585777" y="3933757"/>
              <a:ext cx="32909" cy="1215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3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00000"/>
                </a:lnSpc>
                <a:buNone/>
                <a:defRPr sz="73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36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]</a:t>
              </a:r>
            </a:p>
          </p:txBody>
        </p:sp>
        <p:sp>
          <p:nvSpPr>
            <p:cNvPr id="454" name="C Cross-resolution training::Target caption">
              <a:extLst>
                <a:ext uri="{FF2B5EF4-FFF2-40B4-BE49-F238E27FC236}">
                  <ns2:creationId id="{06BA74BB-CE61-443A-A3FE-C4012BB481EA}"/>
                </a:ext>
              </a:extLst>
            </p:cNvPr>
            <p:cNvSpPr>
              <a:spLocks noGrp="1"/>
            </p:cNvSpPr>
            <p:nvPr/>
          </p:nvSpPr>
          <p:spPr>
            <a:xfrm>
              <a:off x="5223516" y="4096875"/>
              <a:ext cx="449766" cy="11578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579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00000"/>
                </a:lnSpc>
                <a:buNone/>
                <a:defRPr sz="579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79" b="0" i="0">
                  <a:solidFill>
                    <a:srgbClr val="071E45"/>
                  </a:solidFill>
                  <a:latin typeface="Times New Roman"/>
                  <a:ea typeface="Times New Roman"/>
                  <a:cs typeface="Times New Roman"/>
                </a:rPr>
                <a:t>coarse target</a:t>
              </a:r>
            </a:p>
          </p:txBody>
        </p:sp>
        <p:sp>
          <p:nvSpPr>
            <p:cNvPr id="455" name="C Cross-resolution training::EMA caption">
              <a:extLst>
                <a:ext uri="{FF2B5EF4-FFF2-40B4-BE49-F238E27FC236}">
                  <ns2:creationId id="{CA7C884F-E31F-44BA-A3E6-7FDF476FA113}"/>
                </a:ext>
              </a:extLst>
            </p:cNvPr>
            <p:cNvSpPr>
              <a:spLocks noGrp="1"/>
            </p:cNvSpPr>
            <p:nvPr/>
          </p:nvSpPr>
          <p:spPr>
            <a:xfrm>
              <a:off x="5918203" y="4212656"/>
              <a:ext cx="596719" cy="11578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614" b="0" i="0">
                  <a:solidFill>
                    <a:srgbClr val="382A8C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00000"/>
                </a:lnSpc>
                <a:buNone/>
                <a:defRPr sz="614" b="0" i="0">
                  <a:solidFill>
                    <a:srgbClr val="382A8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14" b="0" i="0">
                  <a:solidFill>
                    <a:srgbClr val="382A8C"/>
                  </a:solidFill>
                  <a:latin typeface="Times New Roman"/>
                  <a:ea typeface="Times New Roman"/>
                  <a:cs typeface="Times New Roman"/>
                </a:rPr>
                <a:t>EMA after update</a:t>
              </a:r>
            </a:p>
          </p:txBody>
        </p:sp>
        <p:grpSp>
          <p:nvGrpSpPr>
            <p:cNvPr id="606" name="Reference draw"/>
            <p:cNvGrpSpPr/>
            <p:nvPr/>
          </p:nvGrpSpPr>
          <p:grpSpPr>
            <a:xfrm>
              <a:off x="3433359" y="3197344"/>
              <a:ext cx="431953" cy="601172"/>
              <a:chOff x="3433359" y="3197344"/>
              <a:chExt cx="431953" cy="601172"/>
            </a:xfrm>
          </p:grpSpPr>
          <p:sp>
            <p:nvSpPr>
              <p:cNvPr id="456" name="C Cross-resolution training/Reference draw::Reference card">
                <a:extLst>
                  <a:ext uri="{FF2B5EF4-FFF2-40B4-BE49-F238E27FC236}">
                    <ns2:creationId id="{94123DCC-8057-4264-AFB9-A308A193389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433359" y="3197344"/>
                <a:ext cx="431953" cy="601172"/>
              </a:xfrm>
              <a:prstGeom prst="roundRect">
                <a:avLst>
                  <a:gd name="adj" fmla="val 7216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E6F3FF"/>
                  </a:gs>
                </a:gsLst>
                <a:lin ang="5400000"/>
              </a:gradFill>
              <a:ln w="4898">
                <a:solidFill>
                  <a:srgbClr val="74AEE0"/>
                </a:solidFill>
              </a:ln>
            </p:spPr>
          </p:sp>
          <p:sp>
            <p:nvSpPr>
              <p:cNvPr id="457" name="C Cross-resolution training/Reference draw::Reference spectrum symbol">
                <a:extLst>
                  <a:ext uri="{FF2B5EF4-FFF2-40B4-BE49-F238E27FC236}">
                    <ns2:creationId id="{4567C16D-D0EE-4A57-ADEF-2B258C48041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04609" y="3531328"/>
                <a:ext cx="289453" cy="227109"/>
              </a:xfrm>
              <a:prstGeom prst="rect">
                <a:avLst/>
              </a:prstGeom>
              <a:gradFill>
                <a:gsLst>
                  <a:gs pos="0">
                    <a:srgbClr val="FCFEFF"/>
                  </a:gs>
                  <a:gs pos="100000">
                    <a:srgbClr val="C4E2FA"/>
                  </a:gs>
                </a:gsLst>
                <a:lin ang="4800000"/>
              </a:gradFill>
              <a:ln w="2895">
                <a:solidFill>
                  <a:srgbClr val="A6CBE5"/>
                </a:solidFill>
              </a:ln>
            </p:spPr>
          </p:sp>
          <p:sp>
            <p:nvSpPr>
              <p:cNvPr id="458" name="C Cross-resolution training/Reference draw::Reference spectrum symbol cell 0 0">
                <a:extLst>
                  <a:ext uri="{FF2B5EF4-FFF2-40B4-BE49-F238E27FC236}">
                    <ns2:creationId id="{D41F3EC1-E7F6-4151-8F4F-03BAA40E6CD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04609" y="3701660"/>
                <a:ext cx="72363" cy="56777"/>
              </a:xfrm>
              <a:prstGeom prst="rect">
                <a:avLst/>
              </a:prstGeom>
              <a:solidFill>
                <a:srgbClr val="F0F7FC"/>
              </a:solidFill>
              <a:ln w="891">
                <a:solidFill>
                  <a:srgbClr val="E2EEF7"/>
                </a:solidFill>
              </a:ln>
            </p:spPr>
          </p:sp>
          <p:sp>
            <p:nvSpPr>
              <p:cNvPr id="459" name="C Cross-resolution training/Reference draw::Reference spectrum symbol cell 0 1">
                <a:extLst>
                  <a:ext uri="{FF2B5EF4-FFF2-40B4-BE49-F238E27FC236}">
                    <ns2:creationId id="{8FB8C043-DBFC-4D39-9244-3FB303DBCF4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76973" y="3701660"/>
                <a:ext cx="72363" cy="56777"/>
              </a:xfrm>
              <a:prstGeom prst="rect">
                <a:avLst/>
              </a:prstGeom>
              <a:solidFill>
                <a:srgbClr val="3E82B2"/>
              </a:solidFill>
              <a:ln w="891">
                <a:solidFill>
                  <a:srgbClr val="E2EEF7"/>
                </a:solidFill>
              </a:ln>
            </p:spPr>
          </p:sp>
          <p:sp>
            <p:nvSpPr>
              <p:cNvPr id="460" name="C Cross-resolution training/Reference draw::Reference spectrum symbol cell 0 2">
                <a:extLst>
                  <a:ext uri="{FF2B5EF4-FFF2-40B4-BE49-F238E27FC236}">
                    <ns2:creationId id="{7E388CDC-738E-48A2-BDDA-B3E77A268F8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649336" y="3701660"/>
                <a:ext cx="72363" cy="56777"/>
              </a:xfrm>
              <a:prstGeom prst="rect">
                <a:avLst/>
              </a:prstGeom>
              <a:solidFill>
                <a:srgbClr val="A9C9DE"/>
              </a:solidFill>
              <a:ln w="891">
                <a:solidFill>
                  <a:srgbClr val="E2EEF7"/>
                </a:solidFill>
              </a:ln>
            </p:spPr>
          </p:sp>
          <p:sp>
            <p:nvSpPr>
              <p:cNvPr id="461" name="C Cross-resolution training/Reference draw::Reference spectrum symbol cell 0 3">
                <a:extLst>
                  <a:ext uri="{FF2B5EF4-FFF2-40B4-BE49-F238E27FC236}">
                    <ns2:creationId id="{14D59B19-ECE5-41CB-8E9F-6D6BAD08469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721699" y="3701660"/>
                <a:ext cx="72363" cy="56777"/>
              </a:xfrm>
              <a:prstGeom prst="rect">
                <a:avLst/>
              </a:prstGeom>
              <a:solidFill>
                <a:srgbClr val="F5FAFE"/>
              </a:solidFill>
              <a:ln w="891">
                <a:solidFill>
                  <a:srgbClr val="E2EEF7"/>
                </a:solidFill>
              </a:ln>
            </p:spPr>
          </p:sp>
          <p:sp>
            <p:nvSpPr>
              <p:cNvPr id="462" name="C Cross-resolution training/Reference draw::Reference spectrum symbol cell 1 0">
                <a:extLst>
                  <a:ext uri="{FF2B5EF4-FFF2-40B4-BE49-F238E27FC236}">
                    <ns2:creationId id="{9D3F2A4F-27BA-4DCE-A904-0FDDDA3E014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04609" y="3644883"/>
                <a:ext cx="72363" cy="56777"/>
              </a:xfrm>
              <a:prstGeom prst="rect">
                <a:avLst/>
              </a:prstGeom>
              <a:solidFill>
                <a:srgbClr val="F5FAFE"/>
              </a:solidFill>
              <a:ln w="891">
                <a:solidFill>
                  <a:srgbClr val="E2EEF7"/>
                </a:solidFill>
              </a:ln>
            </p:spPr>
          </p:sp>
          <p:sp>
            <p:nvSpPr>
              <p:cNvPr id="463" name="C Cross-resolution training/Reference draw::Reference spectrum symbol cell 1 1">
                <a:extLst>
                  <a:ext uri="{FF2B5EF4-FFF2-40B4-BE49-F238E27FC236}">
                    <ns2:creationId id="{62506E56-01E4-4F3E-9D7A-AC37CDD3531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76973" y="3644883"/>
                <a:ext cx="72363" cy="56777"/>
              </a:xfrm>
              <a:prstGeom prst="rect">
                <a:avLst/>
              </a:prstGeom>
              <a:solidFill>
                <a:srgbClr val="1E6CA4"/>
              </a:solidFill>
              <a:ln w="891">
                <a:solidFill>
                  <a:srgbClr val="E2EEF7"/>
                </a:solidFill>
              </a:ln>
            </p:spPr>
          </p:sp>
          <p:sp>
            <p:nvSpPr>
              <p:cNvPr id="464" name="C Cross-resolution training/Reference draw::Reference spectrum symbol cell 1 2">
                <a:extLst>
                  <a:ext uri="{FF2B5EF4-FFF2-40B4-BE49-F238E27FC236}">
                    <ns2:creationId id="{5E3B03E1-7EBB-43F2-BA96-677393231A8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649336" y="3644883"/>
                <a:ext cx="72363" cy="56777"/>
              </a:xfrm>
              <a:prstGeom prst="rect">
                <a:avLst/>
              </a:prstGeom>
              <a:solidFill>
                <a:srgbClr val="ECF5FB"/>
              </a:solidFill>
              <a:ln w="891">
                <a:solidFill>
                  <a:srgbClr val="E2EEF7"/>
                </a:solidFill>
              </a:ln>
            </p:spPr>
          </p:sp>
          <p:sp>
            <p:nvSpPr>
              <p:cNvPr id="465" name="C Cross-resolution training/Reference draw::Reference spectrum symbol cell 1 3">
                <a:extLst>
                  <a:ext uri="{FF2B5EF4-FFF2-40B4-BE49-F238E27FC236}">
                    <ns2:creationId id="{8BBC6DCC-FFEC-441D-8941-24EF8C58323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721699" y="3644883"/>
                <a:ext cx="72363" cy="56777"/>
              </a:xfrm>
              <a:prstGeom prst="rect">
                <a:avLst/>
              </a:prstGeom>
              <a:solidFill>
                <a:srgbClr val="F3FAFD"/>
              </a:solidFill>
              <a:ln w="891">
                <a:solidFill>
                  <a:srgbClr val="E2EEF7"/>
                </a:solidFill>
              </a:ln>
            </p:spPr>
          </p:sp>
          <p:sp>
            <p:nvSpPr>
              <p:cNvPr id="466" name="C Cross-resolution training/Reference draw::Reference spectrum symbol cell 2 0">
                <a:extLst>
                  <a:ext uri="{FF2B5EF4-FFF2-40B4-BE49-F238E27FC236}">
                    <ns2:creationId id="{549649B4-EBC7-4741-A3C2-6C31515AA50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04609" y="3588105"/>
                <a:ext cx="72363" cy="56777"/>
              </a:xfrm>
              <a:prstGeom prst="rect">
                <a:avLst/>
              </a:prstGeom>
              <a:solidFill>
                <a:srgbClr val="F5FAFE"/>
              </a:solidFill>
              <a:ln w="891">
                <a:solidFill>
                  <a:srgbClr val="E2EEF7"/>
                </a:solidFill>
              </a:ln>
            </p:spPr>
          </p:sp>
          <p:sp>
            <p:nvSpPr>
              <p:cNvPr id="467" name="C Cross-resolution training/Reference draw::Reference spectrum symbol cell 2 1">
                <a:extLst>
                  <a:ext uri="{FF2B5EF4-FFF2-40B4-BE49-F238E27FC236}">
                    <ns2:creationId id="{E8B2745F-88E0-4BC7-81CE-96061196424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76973" y="3588105"/>
                <a:ext cx="72363" cy="56777"/>
              </a:xfrm>
              <a:prstGeom prst="rect">
                <a:avLst/>
              </a:prstGeom>
              <a:solidFill>
                <a:srgbClr val="5B95BE"/>
              </a:solidFill>
              <a:ln w="891">
                <a:solidFill>
                  <a:srgbClr val="E2EEF7"/>
                </a:solidFill>
              </a:ln>
            </p:spPr>
          </p:sp>
          <p:sp>
            <p:nvSpPr>
              <p:cNvPr id="468" name="C Cross-resolution training/Reference draw::Reference spectrum symbol cell 2 2">
                <a:extLst>
                  <a:ext uri="{FF2B5EF4-FFF2-40B4-BE49-F238E27FC236}">
                    <ns2:creationId id="{02A8B0CA-97E4-4FF3-A885-DDB046698C5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649336" y="3588105"/>
                <a:ext cx="72363" cy="56777"/>
              </a:xfrm>
              <a:prstGeom prst="rect">
                <a:avLst/>
              </a:prstGeom>
              <a:solidFill>
                <a:srgbClr val="F3FAFE"/>
              </a:solidFill>
              <a:ln w="891">
                <a:solidFill>
                  <a:srgbClr val="E2EEF7"/>
                </a:solidFill>
              </a:ln>
            </p:spPr>
          </p:sp>
          <p:sp>
            <p:nvSpPr>
              <p:cNvPr id="469" name="C Cross-resolution training/Reference draw::Reference spectrum symbol cell 2 3">
                <a:extLst>
                  <a:ext uri="{FF2B5EF4-FFF2-40B4-BE49-F238E27FC236}">
                    <ns2:creationId id="{33B97E99-3E81-41A3-AB3B-FEADC17027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721699" y="3588105"/>
                <a:ext cx="72363" cy="56777"/>
              </a:xfrm>
              <a:prstGeom prst="rect">
                <a:avLst/>
              </a:prstGeom>
              <a:solidFill>
                <a:srgbClr val="F4FAFE"/>
              </a:solidFill>
              <a:ln w="891">
                <a:solidFill>
                  <a:srgbClr val="E2EEF7"/>
                </a:solidFill>
              </a:ln>
            </p:spPr>
          </p:sp>
          <p:sp>
            <p:nvSpPr>
              <p:cNvPr id="470" name="C Cross-resolution training/Reference draw::Reference spectrum symbol cell 3 0">
                <a:extLst>
                  <a:ext uri="{FF2B5EF4-FFF2-40B4-BE49-F238E27FC236}">
                    <ns2:creationId id="{72A9CFE2-2323-4097-A285-BA759972B7C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04609" y="3531328"/>
                <a:ext cx="72363" cy="56777"/>
              </a:xfrm>
              <a:prstGeom prst="rect">
                <a:avLst/>
              </a:prstGeom>
              <a:solidFill>
                <a:srgbClr val="F5FAFE"/>
              </a:solidFill>
              <a:ln w="891">
                <a:solidFill>
                  <a:srgbClr val="E2EEF7"/>
                </a:solidFill>
              </a:ln>
            </p:spPr>
          </p:sp>
          <p:sp>
            <p:nvSpPr>
              <p:cNvPr id="471" name="C Cross-resolution training/Reference draw::Reference spectrum symbol cell 3 1">
                <a:extLst>
                  <a:ext uri="{FF2B5EF4-FFF2-40B4-BE49-F238E27FC236}">
                    <ns2:creationId id="{8842C71E-977C-4A6B-963E-A008F0B18BB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76973" y="3531328"/>
                <a:ext cx="72363" cy="56777"/>
              </a:xfrm>
              <a:prstGeom prst="rect">
                <a:avLst/>
              </a:prstGeom>
              <a:solidFill>
                <a:srgbClr val="F3FAFD"/>
              </a:solidFill>
              <a:ln w="891">
                <a:solidFill>
                  <a:srgbClr val="E2EEF7"/>
                </a:solidFill>
              </a:ln>
            </p:spPr>
          </p:sp>
          <p:sp>
            <p:nvSpPr>
              <p:cNvPr id="472" name="C Cross-resolution training/Reference draw::Reference spectrum symbol cell 3 2">
                <a:extLst>
                  <a:ext uri="{FF2B5EF4-FFF2-40B4-BE49-F238E27FC236}">
                    <ns2:creationId id="{4927C5B7-BCCD-4134-9188-039176DC7C9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649336" y="3531328"/>
                <a:ext cx="72363" cy="56777"/>
              </a:xfrm>
              <a:prstGeom prst="rect">
                <a:avLst/>
              </a:prstGeom>
              <a:solidFill>
                <a:srgbClr val="F3F9FD"/>
              </a:solidFill>
              <a:ln w="891">
                <a:solidFill>
                  <a:srgbClr val="E2EEF7"/>
                </a:solidFill>
              </a:ln>
            </p:spPr>
          </p:sp>
          <p:sp>
            <p:nvSpPr>
              <p:cNvPr id="473" name="C Cross-resolution training/Reference draw::Reference spectrum symbol cell 3 3">
                <a:extLst>
                  <a:ext uri="{FF2B5EF4-FFF2-40B4-BE49-F238E27FC236}">
                    <ns2:creationId id="{7CF9CED3-E741-4DDC-9E4B-36ACC36CCD3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721699" y="3531328"/>
                <a:ext cx="72363" cy="56777"/>
              </a:xfrm>
              <a:prstGeom prst="rect">
                <a:avLst/>
              </a:prstGeom>
              <a:solidFill>
                <a:srgbClr val="73A4C7"/>
              </a:solidFill>
              <a:ln w="891">
                <a:solidFill>
                  <a:srgbClr val="E2EEF7"/>
                </a:solidFill>
              </a:ln>
            </p:spPr>
          </p:sp>
          <p:cxnSp>
            <p:nvCxnSpPr>
              <p:cNvPr id="474" name="C Cross-resolution training/Reference draw::Reference spectrum symbol col 1">
                <a:extLst>
                  <a:ext uri="{FF2B5EF4-FFF2-40B4-BE49-F238E27FC236}">
                    <ns2:creationId id="{FFCBD44C-5FDC-49B2-BAC3-AAD132EBA11B}"/>
                  </a:ext>
                </a:extLst>
              </p:cNvPr>
              <p:cNvCxnSpPr/>
              <p:nvPr/>
            </p:nvCxnSpPr>
            <p:spPr>
              <a:xfrm flipH="0" flipV="0">
                <a:off x="3576973" y="3531328"/>
                <a:ext cx="0" cy="227109"/>
              </a:xfrm>
              <a:prstGeom prst="straightConnector1">
                <a:avLst/>
              </a:prstGeom>
              <a:ln w="2004">
                <a:solidFill>
                  <a:srgbClr val="A6CBE5"/>
                </a:solidFill>
                <a:prstDash val="solid"/>
              </a:ln>
            </p:spPr>
          </p:cxnSp>
          <p:cxnSp>
            <p:nvCxnSpPr>
              <p:cNvPr id="475" name="C Cross-resolution training/Reference draw::Reference spectrum symbol col 2">
                <a:extLst>
                  <a:ext uri="{FF2B5EF4-FFF2-40B4-BE49-F238E27FC236}">
                    <ns2:creationId id="{1CBDA5EA-7915-47CC-9026-60FA5402479B}"/>
                  </a:ext>
                </a:extLst>
              </p:cNvPr>
              <p:cNvCxnSpPr/>
              <p:nvPr/>
            </p:nvCxnSpPr>
            <p:spPr>
              <a:xfrm flipH="0" flipV="0">
                <a:off x="3649336" y="3531328"/>
                <a:ext cx="0" cy="227109"/>
              </a:xfrm>
              <a:prstGeom prst="straightConnector1">
                <a:avLst/>
              </a:prstGeom>
              <a:ln w="2004">
                <a:solidFill>
                  <a:srgbClr val="A6CBE5"/>
                </a:solidFill>
                <a:prstDash val="solid"/>
              </a:ln>
            </p:spPr>
          </p:cxnSp>
          <p:cxnSp>
            <p:nvCxnSpPr>
              <p:cNvPr id="476" name="C Cross-resolution training/Reference draw::Reference spectrum symbol col 3">
                <a:extLst>
                  <a:ext uri="{FF2B5EF4-FFF2-40B4-BE49-F238E27FC236}">
                    <ns2:creationId id="{19C7416E-3028-4DBC-B62D-9B05368D50EE}"/>
                  </a:ext>
                </a:extLst>
              </p:cNvPr>
              <p:cNvCxnSpPr/>
              <p:nvPr/>
            </p:nvCxnSpPr>
            <p:spPr>
              <a:xfrm flipH="0" flipV="0">
                <a:off x="3721699" y="3531328"/>
                <a:ext cx="0" cy="227109"/>
              </a:xfrm>
              <a:prstGeom prst="straightConnector1">
                <a:avLst/>
              </a:prstGeom>
              <a:ln w="2004">
                <a:solidFill>
                  <a:srgbClr val="A6CBE5"/>
                </a:solidFill>
                <a:prstDash val="solid"/>
              </a:ln>
            </p:spPr>
          </p:cxnSp>
          <p:cxnSp>
            <p:nvCxnSpPr>
              <p:cNvPr id="477" name="C Cross-resolution training/Reference draw::Reference spectrum symbol row 1">
                <a:extLst>
                  <a:ext uri="{FF2B5EF4-FFF2-40B4-BE49-F238E27FC236}">
                    <ns2:creationId id="{929C51AB-37F0-49E3-8771-053614F0B7CE}"/>
                  </a:ext>
                </a:extLst>
              </p:cNvPr>
              <p:cNvCxnSpPr/>
              <p:nvPr/>
            </p:nvCxnSpPr>
            <p:spPr>
              <a:xfrm flipH="0" flipV="0">
                <a:off x="3504609" y="3588105"/>
                <a:ext cx="289453" cy="0"/>
              </a:xfrm>
              <a:prstGeom prst="straightConnector1">
                <a:avLst/>
              </a:prstGeom>
              <a:ln w="2004">
                <a:solidFill>
                  <a:srgbClr val="A6CBE5"/>
                </a:solidFill>
                <a:prstDash val="solid"/>
              </a:ln>
            </p:spPr>
          </p:cxnSp>
          <p:cxnSp>
            <p:nvCxnSpPr>
              <p:cNvPr id="478" name="C Cross-resolution training/Reference draw::Reference spectrum symbol row 2">
                <a:extLst>
                  <a:ext uri="{FF2B5EF4-FFF2-40B4-BE49-F238E27FC236}">
                    <ns2:creationId id="{04A4DD4C-2953-48B5-9CBC-2E25996750F9}"/>
                  </a:ext>
                </a:extLst>
              </p:cNvPr>
              <p:cNvCxnSpPr/>
              <p:nvPr/>
            </p:nvCxnSpPr>
            <p:spPr>
              <a:xfrm flipH="0" flipV="0">
                <a:off x="3504609" y="3644883"/>
                <a:ext cx="289453" cy="0"/>
              </a:xfrm>
              <a:prstGeom prst="straightConnector1">
                <a:avLst/>
              </a:prstGeom>
              <a:ln w="2004">
                <a:solidFill>
                  <a:srgbClr val="A6CBE5"/>
                </a:solidFill>
                <a:prstDash val="solid"/>
              </a:ln>
            </p:spPr>
          </p:cxnSp>
          <p:cxnSp>
            <p:nvCxnSpPr>
              <p:cNvPr id="479" name="C Cross-resolution training/Reference draw::Reference spectrum symbol row 3">
                <a:extLst>
                  <a:ext uri="{FF2B5EF4-FFF2-40B4-BE49-F238E27FC236}">
                    <ns2:creationId id="{6F9AB8F2-7D61-4DE8-85A8-82F6C7B469F5}"/>
                  </a:ext>
                </a:extLst>
              </p:cNvPr>
              <p:cNvCxnSpPr/>
              <p:nvPr/>
            </p:nvCxnSpPr>
            <p:spPr>
              <a:xfrm flipH="0" flipV="0">
                <a:off x="3504609" y="3701660"/>
                <a:ext cx="289453" cy="0"/>
              </a:xfrm>
              <a:prstGeom prst="straightConnector1">
                <a:avLst/>
              </a:prstGeom>
              <a:ln w="2004">
                <a:solidFill>
                  <a:srgbClr val="A6CBE5"/>
                </a:solidFill>
                <a:prstDash val="solid"/>
              </a:ln>
            </p:spPr>
          </p:cxnSp>
          <p:sp>
            <p:nvSpPr>
              <p:cNvPr id="480" name="C Cross-resolution training/Reference draw::Reference">
                <a:extLst>
                  <a:ext uri="{FF2B5EF4-FFF2-40B4-BE49-F238E27FC236}">
                    <ns2:creationId id="{7A7FD186-C3B6-4150-A143-9F35F1C433F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473438" y="3228516"/>
                <a:ext cx="351797" cy="11578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Posterior</a:t>
                </a:r>
              </a:p>
            </p:txBody>
          </p:sp>
          <p:sp>
            <p:nvSpPr>
              <p:cNvPr id="481" name="C Cross-resolution training/Reference draw::Draw">
                <a:extLst>
                  <a:ext uri="{FF2B5EF4-FFF2-40B4-BE49-F238E27FC236}">
                    <ns2:creationId id="{4FAE491F-5E64-4B96-B95F-A9FBFA916A2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53594" y="3317578"/>
                <a:ext cx="200391" cy="106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draw</a:t>
                </a:r>
              </a:p>
            </p:txBody>
          </p:sp>
          <p:sp>
            <p:nvSpPr>
              <p:cNvPr id="482" name="C Cross-resolution training/Reference draw::Reference law-0">
                <a:extLst>
                  <a:ext uri="{FF2B5EF4-FFF2-40B4-BE49-F238E27FC236}">
                    <ns2:creationId id="{9CB1F39F-2170-4A0F-8443-028E8CE49E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71696" y="3403835"/>
                <a:ext cx="43284" cy="12157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3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3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3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x</a:t>
                </a:r>
              </a:p>
            </p:txBody>
          </p:sp>
          <p:sp>
            <p:nvSpPr>
              <p:cNvPr id="483" name="C Cross-resolution training/Reference draw::Reference law-sub-0">
                <a:extLst>
                  <a:ext uri="{FF2B5EF4-FFF2-40B4-BE49-F238E27FC236}">
                    <ns2:creationId id="{AE60FDC3-0034-41D4-B079-770FE730C46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613199" y="3429084"/>
                <a:ext cx="37673" cy="10286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538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538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38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0</a:t>
                </a:r>
              </a:p>
            </p:txBody>
          </p:sp>
          <p:sp>
            <p:nvSpPr>
              <p:cNvPr id="484" name="C Cross-resolution training/Reference draw::Reference law-1">
                <a:extLst>
                  <a:ext uri="{FF2B5EF4-FFF2-40B4-BE49-F238E27FC236}">
                    <ns2:creationId id="{01E82A13-9451-4A2E-A920-CAC7150D9ED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647844" y="3403835"/>
                <a:ext cx="67242" cy="12157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3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3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3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 | </a:t>
                </a:r>
              </a:p>
            </p:txBody>
          </p:sp>
          <p:sp>
            <p:nvSpPr>
              <p:cNvPr id="485" name="C Cross-resolution training/Reference draw::Reference law-2">
                <a:extLst>
                  <a:ext uri="{FF2B5EF4-FFF2-40B4-BE49-F238E27FC236}">
                    <ns2:creationId id="{1D3BD118-664E-4363-8EAB-95E8078C532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713839" y="3403835"/>
                <a:ext cx="58915" cy="12157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3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3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3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E</a:t>
                </a:r>
              </a:p>
            </p:txBody>
          </p:sp>
        </p:grpSp>
        <p:grpSp>
          <p:nvGrpSpPr>
            <p:cNvPr id="607" name="CIR corruption"/>
            <p:cNvGrpSpPr/>
            <p:nvPr/>
          </p:nvGrpSpPr>
          <p:grpSpPr>
            <a:xfrm>
              <a:off x="3923203" y="3197344"/>
              <a:ext cx="427500" cy="601172"/>
              <a:chOff x="3923203" y="3197344"/>
              <a:chExt cx="427500" cy="601172"/>
            </a:xfrm>
          </p:grpSpPr>
          <p:sp>
            <p:nvSpPr>
              <p:cNvPr id="486" name="C Cross-resolution training/CIR corruption::CIR card">
                <a:extLst>
                  <a:ext uri="{FF2B5EF4-FFF2-40B4-BE49-F238E27FC236}">
                    <ns2:creationId id="{00827CAC-759D-439C-B6F4-0519F2FA9E2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23203" y="3197344"/>
                <a:ext cx="427500" cy="601172"/>
              </a:xfrm>
              <a:prstGeom prst="roundRect">
                <a:avLst>
                  <a:gd name="adj" fmla="val 7292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E6F3FF"/>
                  </a:gs>
                </a:gsLst>
                <a:lin ang="5400000"/>
              </a:gradFill>
              <a:ln w="4898">
                <a:solidFill>
                  <a:srgbClr val="74AEE0"/>
                </a:solidFill>
              </a:ln>
            </p:spPr>
          </p:sp>
          <p:sp>
            <p:nvSpPr>
              <p:cNvPr id="487" name="C Cross-resolution training/CIR corruption::Positive state symbol">
                <a:extLst>
                  <a:ext uri="{FF2B5EF4-FFF2-40B4-BE49-F238E27FC236}">
                    <ns2:creationId id="{EEE01654-1A0B-4AA7-A553-3644EC0D678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94453" y="3531328"/>
                <a:ext cx="285000" cy="227109"/>
              </a:xfrm>
              <a:prstGeom prst="rect">
                <a:avLst/>
              </a:prstGeom>
              <a:gradFill>
                <a:gsLst>
                  <a:gs pos="0">
                    <a:srgbClr val="F4F7FA"/>
                  </a:gs>
                  <a:gs pos="100000">
                    <a:srgbClr val="B6CAD7"/>
                  </a:gs>
                </a:gsLst>
                <a:lin ang="3300000"/>
              </a:gradFill>
              <a:ln w="2895">
                <a:solidFill>
                  <a:srgbClr val="98AABC"/>
                </a:solidFill>
              </a:ln>
            </p:spPr>
          </p:sp>
          <p:cxnSp>
            <p:nvCxnSpPr>
              <p:cNvPr id="488" name="C Cross-resolution training/CIR corruption::Positive state symbol col 1">
                <a:extLst>
                  <a:ext uri="{FF2B5EF4-FFF2-40B4-BE49-F238E27FC236}">
                    <ns2:creationId id="{2BB70E93-F0D4-473D-B095-BBC557A9832E}"/>
                  </a:ext>
                </a:extLst>
              </p:cNvPr>
              <p:cNvCxnSpPr/>
              <p:nvPr/>
            </p:nvCxnSpPr>
            <p:spPr>
              <a:xfrm flipH="0" flipV="0">
                <a:off x="4051453" y="3531328"/>
                <a:ext cx="0" cy="227109"/>
              </a:xfrm>
              <a:prstGeom prst="straightConnector1">
                <a:avLst/>
              </a:prstGeom>
              <a:ln w="2004">
                <a:solidFill>
                  <a:srgbClr val="98AABC"/>
                </a:solidFill>
                <a:prstDash val="solid"/>
              </a:ln>
            </p:spPr>
          </p:cxnSp>
          <p:cxnSp>
            <p:nvCxnSpPr>
              <p:cNvPr id="489" name="C Cross-resolution training/CIR corruption::Positive state symbol col 2">
                <a:extLst>
                  <a:ext uri="{FF2B5EF4-FFF2-40B4-BE49-F238E27FC236}">
                    <ns2:creationId id="{D907501C-487F-49E5-AAF0-95AD394A083C}"/>
                  </a:ext>
                </a:extLst>
              </p:cNvPr>
              <p:cNvCxnSpPr/>
              <p:nvPr/>
            </p:nvCxnSpPr>
            <p:spPr>
              <a:xfrm flipH="0" flipV="0">
                <a:off x="4108453" y="3531328"/>
                <a:ext cx="0" cy="227109"/>
              </a:xfrm>
              <a:prstGeom prst="straightConnector1">
                <a:avLst/>
              </a:prstGeom>
              <a:ln w="2004">
                <a:solidFill>
                  <a:srgbClr val="98AABC"/>
                </a:solidFill>
                <a:prstDash val="solid"/>
              </a:ln>
            </p:spPr>
          </p:cxnSp>
          <p:cxnSp>
            <p:nvCxnSpPr>
              <p:cNvPr id="490" name="C Cross-resolution training/CIR corruption::Positive state symbol col 3">
                <a:extLst>
                  <a:ext uri="{FF2B5EF4-FFF2-40B4-BE49-F238E27FC236}">
                    <ns2:creationId id="{47ED7EEC-FC8C-416F-A8C2-952AE223B458}"/>
                  </a:ext>
                </a:extLst>
              </p:cNvPr>
              <p:cNvCxnSpPr/>
              <p:nvPr/>
            </p:nvCxnSpPr>
            <p:spPr>
              <a:xfrm flipH="0" flipV="0">
                <a:off x="4165453" y="3531328"/>
                <a:ext cx="0" cy="227109"/>
              </a:xfrm>
              <a:prstGeom prst="straightConnector1">
                <a:avLst/>
              </a:prstGeom>
              <a:ln w="2004">
                <a:solidFill>
                  <a:srgbClr val="98AABC"/>
                </a:solidFill>
                <a:prstDash val="solid"/>
              </a:ln>
            </p:spPr>
          </p:cxnSp>
          <p:cxnSp>
            <p:nvCxnSpPr>
              <p:cNvPr id="491" name="C Cross-resolution training/CIR corruption::Positive state symbol col 4">
                <a:extLst>
                  <a:ext uri="{FF2B5EF4-FFF2-40B4-BE49-F238E27FC236}">
                    <ns2:creationId id="{6A894C23-9799-4388-994C-30E4401977E8}"/>
                  </a:ext>
                </a:extLst>
              </p:cNvPr>
              <p:cNvCxnSpPr/>
              <p:nvPr/>
            </p:nvCxnSpPr>
            <p:spPr>
              <a:xfrm flipH="0" flipV="0">
                <a:off x="4222453" y="3531328"/>
                <a:ext cx="0" cy="227109"/>
              </a:xfrm>
              <a:prstGeom prst="straightConnector1">
                <a:avLst/>
              </a:prstGeom>
              <a:ln w="2004">
                <a:solidFill>
                  <a:srgbClr val="98AABC"/>
                </a:solidFill>
                <a:prstDash val="solid"/>
              </a:ln>
            </p:spPr>
          </p:cxnSp>
          <p:cxnSp>
            <p:nvCxnSpPr>
              <p:cNvPr id="492" name="C Cross-resolution training/CIR corruption::Positive state symbol row 1">
                <a:extLst>
                  <a:ext uri="{FF2B5EF4-FFF2-40B4-BE49-F238E27FC236}">
                    <ns2:creationId id="{0405910C-085D-4AAE-B75F-92E4E7B7720D}"/>
                  </a:ext>
                </a:extLst>
              </p:cNvPr>
              <p:cNvCxnSpPr/>
              <p:nvPr/>
            </p:nvCxnSpPr>
            <p:spPr>
              <a:xfrm flipH="0" flipV="0">
                <a:off x="3994453" y="3576750"/>
                <a:ext cx="285000" cy="0"/>
              </a:xfrm>
              <a:prstGeom prst="straightConnector1">
                <a:avLst/>
              </a:prstGeom>
              <a:ln w="2004">
                <a:solidFill>
                  <a:srgbClr val="98AABC"/>
                </a:solidFill>
                <a:prstDash val="solid"/>
              </a:ln>
            </p:spPr>
          </p:cxnSp>
          <p:cxnSp>
            <p:nvCxnSpPr>
              <p:cNvPr id="493" name="C Cross-resolution training/CIR corruption::Positive state symbol row 2">
                <a:extLst>
                  <a:ext uri="{FF2B5EF4-FFF2-40B4-BE49-F238E27FC236}">
                    <ns2:creationId id="{A73FC576-3166-4047-8FDC-7F7B888F98A9}"/>
                  </a:ext>
                </a:extLst>
              </p:cNvPr>
              <p:cNvCxnSpPr/>
              <p:nvPr/>
            </p:nvCxnSpPr>
            <p:spPr>
              <a:xfrm flipH="0" flipV="0">
                <a:off x="3994453" y="3622172"/>
                <a:ext cx="285000" cy="0"/>
              </a:xfrm>
              <a:prstGeom prst="straightConnector1">
                <a:avLst/>
              </a:prstGeom>
              <a:ln w="2004">
                <a:solidFill>
                  <a:srgbClr val="98AABC"/>
                </a:solidFill>
                <a:prstDash val="solid"/>
              </a:ln>
            </p:spPr>
          </p:cxnSp>
          <p:cxnSp>
            <p:nvCxnSpPr>
              <p:cNvPr id="494" name="C Cross-resolution training/CIR corruption::Positive state symbol row 3">
                <a:extLst>
                  <a:ext uri="{FF2B5EF4-FFF2-40B4-BE49-F238E27FC236}">
                    <ns2:creationId id="{1DA8AB80-3E8E-4084-90DC-B8288B3FE4CA}"/>
                  </a:ext>
                </a:extLst>
              </p:cNvPr>
              <p:cNvCxnSpPr/>
              <p:nvPr/>
            </p:nvCxnSpPr>
            <p:spPr>
              <a:xfrm flipH="0" flipV="0">
                <a:off x="3994453" y="3667594"/>
                <a:ext cx="285000" cy="0"/>
              </a:xfrm>
              <a:prstGeom prst="straightConnector1">
                <a:avLst/>
              </a:prstGeom>
              <a:ln w="2004">
                <a:solidFill>
                  <a:srgbClr val="98AABC"/>
                </a:solidFill>
                <a:prstDash val="solid"/>
              </a:ln>
            </p:spPr>
          </p:cxnSp>
          <p:cxnSp>
            <p:nvCxnSpPr>
              <p:cNvPr id="495" name="C Cross-resolution training/CIR corruption::Positive state symbol row 4">
                <a:extLst>
                  <a:ext uri="{FF2B5EF4-FFF2-40B4-BE49-F238E27FC236}">
                    <ns2:creationId id="{A23C4671-3AF7-42FD-99FD-B38808846A98}"/>
                  </a:ext>
                </a:extLst>
              </p:cNvPr>
              <p:cNvCxnSpPr/>
              <p:nvPr/>
            </p:nvCxnSpPr>
            <p:spPr>
              <a:xfrm flipH="0" flipV="0">
                <a:off x="3994453" y="3713016"/>
                <a:ext cx="285000" cy="0"/>
              </a:xfrm>
              <a:prstGeom prst="straightConnector1">
                <a:avLst/>
              </a:prstGeom>
              <a:ln w="2004">
                <a:solidFill>
                  <a:srgbClr val="98AABC"/>
                </a:solidFill>
                <a:prstDash val="solid"/>
              </a:ln>
            </p:spPr>
          </p:cxnSp>
          <p:sp>
            <p:nvSpPr>
              <p:cNvPr id="496" name="C Cross-resolution training/CIR corruption::CIR">
                <a:extLst>
                  <a:ext uri="{FF2B5EF4-FFF2-40B4-BE49-F238E27FC236}">
                    <ns2:creationId id="{19A597B0-4E9E-4F61-9891-E4843BA644F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43438" y="3228516"/>
                <a:ext cx="209297" cy="106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CIR</a:t>
                </a:r>
              </a:p>
            </p:txBody>
          </p:sp>
          <p:sp>
            <p:nvSpPr>
              <p:cNvPr id="497" name="C Cross-resolution training/CIR corruption::Corruption">
                <a:extLst>
                  <a:ext uri="{FF2B5EF4-FFF2-40B4-BE49-F238E27FC236}">
                    <ns2:creationId id="{F868C7CB-3794-4E67-B020-A2F0872FC4F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58828" y="3317578"/>
                <a:ext cx="356250" cy="11132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corruption</a:t>
                </a:r>
              </a:p>
            </p:txBody>
          </p:sp>
          <p:sp>
            <p:nvSpPr>
              <p:cNvPr id="498" name="C Cross-resolution training/CIR corruption::Corrupted state-0">
                <a:extLst>
                  <a:ext uri="{FF2B5EF4-FFF2-40B4-BE49-F238E27FC236}">
                    <ns2:creationId id="{EB39A2CE-AFA9-4F46-A285-C6BC6CD21E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08164" y="3403835"/>
                <a:ext cx="43284" cy="12157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3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3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3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x</a:t>
                </a:r>
              </a:p>
            </p:txBody>
          </p:sp>
          <p:sp>
            <p:nvSpPr>
              <p:cNvPr id="499" name="C Cross-resolution training/CIR corruption::Corrupted state-sub-0">
                <a:extLst>
                  <a:ext uri="{FF2B5EF4-FFF2-40B4-BE49-F238E27FC236}">
                    <ns2:creationId id="{BAEC7255-626D-4907-83AB-013AA8C9C36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49667" y="3429084"/>
                <a:ext cx="28010" cy="10286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538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538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38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τ</a:t>
                </a:r>
              </a:p>
            </p:txBody>
          </p:sp>
        </p:grpSp>
        <p:grpSp>
          <p:nvGrpSpPr>
            <p:cNvPr id="608" name="Paired states"/>
            <p:cNvGrpSpPr/>
            <p:nvPr/>
          </p:nvGrpSpPr>
          <p:grpSpPr>
            <a:xfrm>
              <a:off x="4399688" y="3197344"/>
              <a:ext cx="538828" cy="601172"/>
              <a:chOff x="4399688" y="3197344"/>
              <a:chExt cx="538828" cy="601172"/>
            </a:xfrm>
          </p:grpSpPr>
          <p:sp>
            <p:nvSpPr>
              <p:cNvPr id="500" name="C Cross-resolution training/Paired states::Pair card">
                <a:extLst>
                  <a:ext uri="{FF2B5EF4-FFF2-40B4-BE49-F238E27FC236}">
                    <ns2:creationId id="{2255BE9E-38D5-436B-91AC-867D72AAE03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99688" y="3197344"/>
                <a:ext cx="538828" cy="601172"/>
              </a:xfrm>
              <a:prstGeom prst="roundRect">
                <a:avLst>
                  <a:gd name="adj" fmla="val 5785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E6F3FF"/>
                  </a:gs>
                </a:gsLst>
                <a:lin ang="5400000"/>
              </a:gradFill>
              <a:ln w="4898">
                <a:solidFill>
                  <a:srgbClr val="74AEE0"/>
                </a:solidFill>
              </a:ln>
            </p:spPr>
          </p:sp>
          <p:sp>
            <p:nvSpPr>
              <p:cNvPr id="501" name="C Cross-resolution training/Paired states::Fine state">
                <a:extLst>
                  <a:ext uri="{FF2B5EF4-FFF2-40B4-BE49-F238E27FC236}">
                    <ns2:creationId id="{AE81F95F-97D4-44F6-85F9-AD7C2E48C19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453125" y="3473438"/>
                <a:ext cx="187031" cy="178125"/>
              </a:xfrm>
              <a:prstGeom prst="rect">
                <a:avLst/>
              </a:prstGeom>
              <a:gradFill>
                <a:gsLst>
                  <a:gs pos="0">
                    <a:srgbClr val="FCFEFF"/>
                  </a:gs>
                  <a:gs pos="100000">
                    <a:srgbClr val="C4E2FA"/>
                  </a:gs>
                </a:gsLst>
                <a:lin ang="4800000"/>
              </a:gradFill>
              <a:ln w="2895">
                <a:solidFill>
                  <a:srgbClr val="80ACD2"/>
                </a:solidFill>
              </a:ln>
            </p:spPr>
          </p:sp>
          <p:cxnSp>
            <p:nvCxnSpPr>
              <p:cNvPr id="502" name="C Cross-resolution training/Paired states::Fine state col 1">
                <a:extLst>
                  <a:ext uri="{FF2B5EF4-FFF2-40B4-BE49-F238E27FC236}">
                    <ns2:creationId id="{816933C1-61D8-4B2F-BB2D-29BF71ECBD61}"/>
                  </a:ext>
                </a:extLst>
              </p:cNvPr>
              <p:cNvCxnSpPr/>
              <p:nvPr/>
            </p:nvCxnSpPr>
            <p:spPr>
              <a:xfrm flipH="0" flipV="0">
                <a:off x="4484297" y="3473438"/>
                <a:ext cx="0" cy="178125"/>
              </a:xfrm>
              <a:prstGeom prst="straightConnector1">
                <a:avLst/>
              </a:prstGeom>
              <a:ln w="2004">
                <a:solidFill>
                  <a:srgbClr val="80ACD2"/>
                </a:solidFill>
                <a:prstDash val="solid"/>
              </a:ln>
            </p:spPr>
          </p:cxnSp>
          <p:cxnSp>
            <p:nvCxnSpPr>
              <p:cNvPr id="503" name="C Cross-resolution training/Paired states::Fine state col 2">
                <a:extLst>
                  <a:ext uri="{FF2B5EF4-FFF2-40B4-BE49-F238E27FC236}">
                    <ns2:creationId id="{F1E56867-2684-428A-911B-1915BBFAC90B}"/>
                  </a:ext>
                </a:extLst>
              </p:cNvPr>
              <p:cNvCxnSpPr/>
              <p:nvPr/>
            </p:nvCxnSpPr>
            <p:spPr>
              <a:xfrm flipH="0" flipV="0">
                <a:off x="4515469" y="3473438"/>
                <a:ext cx="0" cy="178125"/>
              </a:xfrm>
              <a:prstGeom prst="straightConnector1">
                <a:avLst/>
              </a:prstGeom>
              <a:ln w="2004">
                <a:solidFill>
                  <a:srgbClr val="80ACD2"/>
                </a:solidFill>
                <a:prstDash val="solid"/>
              </a:ln>
            </p:spPr>
          </p:cxnSp>
          <p:cxnSp>
            <p:nvCxnSpPr>
              <p:cNvPr id="504" name="C Cross-resolution training/Paired states::Fine state col 3">
                <a:extLst>
                  <a:ext uri="{FF2B5EF4-FFF2-40B4-BE49-F238E27FC236}">
                    <ns2:creationId id="{7EC079CF-DC7F-4D95-AEA6-7ED8E211912A}"/>
                  </a:ext>
                </a:extLst>
              </p:cNvPr>
              <p:cNvCxnSpPr/>
              <p:nvPr/>
            </p:nvCxnSpPr>
            <p:spPr>
              <a:xfrm flipH="0" flipV="0">
                <a:off x="4546641" y="3473438"/>
                <a:ext cx="0" cy="178125"/>
              </a:xfrm>
              <a:prstGeom prst="straightConnector1">
                <a:avLst/>
              </a:prstGeom>
              <a:ln w="2004">
                <a:solidFill>
                  <a:srgbClr val="80ACD2"/>
                </a:solidFill>
                <a:prstDash val="solid"/>
              </a:ln>
            </p:spPr>
          </p:cxnSp>
          <p:cxnSp>
            <p:nvCxnSpPr>
              <p:cNvPr id="505" name="C Cross-resolution training/Paired states::Fine state col 4">
                <a:extLst>
                  <a:ext uri="{FF2B5EF4-FFF2-40B4-BE49-F238E27FC236}">
                    <ns2:creationId id="{EB9C78A9-4667-4060-AD1E-DF8452082A77}"/>
                  </a:ext>
                </a:extLst>
              </p:cNvPr>
              <p:cNvCxnSpPr/>
              <p:nvPr/>
            </p:nvCxnSpPr>
            <p:spPr>
              <a:xfrm flipH="0" flipV="0">
                <a:off x="4577813" y="3473438"/>
                <a:ext cx="0" cy="178125"/>
              </a:xfrm>
              <a:prstGeom prst="straightConnector1">
                <a:avLst/>
              </a:prstGeom>
              <a:ln w="2004">
                <a:solidFill>
                  <a:srgbClr val="80ACD2"/>
                </a:solidFill>
                <a:prstDash val="solid"/>
              </a:ln>
            </p:spPr>
          </p:cxnSp>
          <p:cxnSp>
            <p:nvCxnSpPr>
              <p:cNvPr id="506" name="C Cross-resolution training/Paired states::Fine state col 5">
                <a:extLst>
                  <a:ext uri="{FF2B5EF4-FFF2-40B4-BE49-F238E27FC236}">
                    <ns2:creationId id="{7A6B319D-6000-4989-9A04-5EFE543A95F9}"/>
                  </a:ext>
                </a:extLst>
              </p:cNvPr>
              <p:cNvCxnSpPr/>
              <p:nvPr/>
            </p:nvCxnSpPr>
            <p:spPr>
              <a:xfrm flipH="0" flipV="0">
                <a:off x="4608984" y="3473438"/>
                <a:ext cx="0" cy="178125"/>
              </a:xfrm>
              <a:prstGeom prst="straightConnector1">
                <a:avLst/>
              </a:prstGeom>
              <a:ln w="2004">
                <a:solidFill>
                  <a:srgbClr val="80ACD2"/>
                </a:solidFill>
                <a:prstDash val="solid"/>
              </a:ln>
            </p:spPr>
          </p:cxnSp>
          <p:cxnSp>
            <p:nvCxnSpPr>
              <p:cNvPr id="507" name="C Cross-resolution training/Paired states::Fine state row 1">
                <a:extLst>
                  <a:ext uri="{FF2B5EF4-FFF2-40B4-BE49-F238E27FC236}">
                    <ns2:creationId id="{EA901D23-8207-4D8C-AC18-76F9BF331DB3}"/>
                  </a:ext>
                </a:extLst>
              </p:cNvPr>
              <p:cNvCxnSpPr/>
              <p:nvPr/>
            </p:nvCxnSpPr>
            <p:spPr>
              <a:xfrm flipH="0" flipV="0">
                <a:off x="4453125" y="3503125"/>
                <a:ext cx="187031" cy="0"/>
              </a:xfrm>
              <a:prstGeom prst="straightConnector1">
                <a:avLst/>
              </a:prstGeom>
              <a:ln w="2004">
                <a:solidFill>
                  <a:srgbClr val="80ACD2"/>
                </a:solidFill>
                <a:prstDash val="solid"/>
              </a:ln>
            </p:spPr>
          </p:cxnSp>
          <p:cxnSp>
            <p:nvCxnSpPr>
              <p:cNvPr id="508" name="C Cross-resolution training/Paired states::Fine state row 2">
                <a:extLst>
                  <a:ext uri="{FF2B5EF4-FFF2-40B4-BE49-F238E27FC236}">
                    <ns2:creationId id="{DBDB786E-B63D-4353-BA5D-2595B82BC18D}"/>
                  </a:ext>
                </a:extLst>
              </p:cNvPr>
              <p:cNvCxnSpPr/>
              <p:nvPr/>
            </p:nvCxnSpPr>
            <p:spPr>
              <a:xfrm flipH="0" flipV="0">
                <a:off x="4453125" y="3532813"/>
                <a:ext cx="187031" cy="0"/>
              </a:xfrm>
              <a:prstGeom prst="straightConnector1">
                <a:avLst/>
              </a:prstGeom>
              <a:ln w="2004">
                <a:solidFill>
                  <a:srgbClr val="80ACD2"/>
                </a:solidFill>
                <a:prstDash val="solid"/>
              </a:ln>
            </p:spPr>
          </p:cxnSp>
          <p:cxnSp>
            <p:nvCxnSpPr>
              <p:cNvPr id="509" name="C Cross-resolution training/Paired states::Fine state row 3">
                <a:extLst>
                  <a:ext uri="{FF2B5EF4-FFF2-40B4-BE49-F238E27FC236}">
                    <ns2:creationId id="{2EF36019-7445-4E6A-A0EB-29E965EBFE60}"/>
                  </a:ext>
                </a:extLst>
              </p:cNvPr>
              <p:cNvCxnSpPr/>
              <p:nvPr/>
            </p:nvCxnSpPr>
            <p:spPr>
              <a:xfrm flipH="0" flipV="0">
                <a:off x="4453125" y="3562500"/>
                <a:ext cx="187031" cy="0"/>
              </a:xfrm>
              <a:prstGeom prst="straightConnector1">
                <a:avLst/>
              </a:prstGeom>
              <a:ln w="2004">
                <a:solidFill>
                  <a:srgbClr val="80ACD2"/>
                </a:solidFill>
                <a:prstDash val="solid"/>
              </a:ln>
            </p:spPr>
          </p:cxnSp>
          <p:cxnSp>
            <p:nvCxnSpPr>
              <p:cNvPr id="510" name="C Cross-resolution training/Paired states::Fine state row 4">
                <a:extLst>
                  <a:ext uri="{FF2B5EF4-FFF2-40B4-BE49-F238E27FC236}">
                    <ns2:creationId id="{1996DA41-2701-4C52-BE34-5F6E433C7866}"/>
                  </a:ext>
                </a:extLst>
              </p:cNvPr>
              <p:cNvCxnSpPr/>
              <p:nvPr/>
            </p:nvCxnSpPr>
            <p:spPr>
              <a:xfrm flipH="0" flipV="0">
                <a:off x="4453125" y="3592188"/>
                <a:ext cx="187031" cy="0"/>
              </a:xfrm>
              <a:prstGeom prst="straightConnector1">
                <a:avLst/>
              </a:prstGeom>
              <a:ln w="2004">
                <a:solidFill>
                  <a:srgbClr val="80ACD2"/>
                </a:solidFill>
                <a:prstDash val="solid"/>
              </a:ln>
            </p:spPr>
          </p:cxnSp>
          <p:cxnSp>
            <p:nvCxnSpPr>
              <p:cNvPr id="511" name="C Cross-resolution training/Paired states::Fine state row 5">
                <a:extLst>
                  <a:ext uri="{FF2B5EF4-FFF2-40B4-BE49-F238E27FC236}">
                    <ns2:creationId id="{211300CE-A180-4AB1-AC68-01E75DF8898C}"/>
                  </a:ext>
                </a:extLst>
              </p:cNvPr>
              <p:cNvCxnSpPr/>
              <p:nvPr/>
            </p:nvCxnSpPr>
            <p:spPr>
              <a:xfrm flipH="0" flipV="0">
                <a:off x="4453125" y="3621875"/>
                <a:ext cx="187031" cy="0"/>
              </a:xfrm>
              <a:prstGeom prst="straightConnector1">
                <a:avLst/>
              </a:prstGeom>
              <a:ln w="2004">
                <a:solidFill>
                  <a:srgbClr val="80ACD2"/>
                </a:solidFill>
                <a:prstDash val="solid"/>
              </a:ln>
            </p:spPr>
          </p:cxnSp>
          <p:sp>
            <p:nvSpPr>
              <p:cNvPr id="512" name="C Cross-resolution training/Paired states::Coarse state">
                <a:extLst>
                  <a:ext uri="{FF2B5EF4-FFF2-40B4-BE49-F238E27FC236}">
                    <ns2:creationId id="{5D9CB4F2-DF71-465E-B4F3-532B52BF92E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98047" y="3473438"/>
                <a:ext cx="191484" cy="178125"/>
              </a:xfrm>
              <a:prstGeom prst="rect">
                <a:avLst/>
              </a:prstGeom>
              <a:gradFill>
                <a:gsLst>
                  <a:gs pos="0">
                    <a:srgbClr val="FFFDFC"/>
                  </a:gs>
                  <a:gs pos="100000">
                    <a:srgbClr val="F6D7BD"/>
                  </a:gs>
                </a:gsLst>
                <a:lin ang="3600000"/>
              </a:gradFill>
              <a:ln w="2895">
                <a:solidFill>
                  <a:srgbClr val="CEA07C"/>
                </a:solidFill>
              </a:ln>
            </p:spPr>
          </p:sp>
          <p:cxnSp>
            <p:nvCxnSpPr>
              <p:cNvPr id="513" name="C Cross-resolution training/Paired states::Coarse state col 1">
                <a:extLst>
                  <a:ext uri="{FF2B5EF4-FFF2-40B4-BE49-F238E27FC236}">
                    <ns2:creationId id="{017281DC-4877-4811-970E-AE41C1F69CA9}"/>
                  </a:ext>
                </a:extLst>
              </p:cNvPr>
              <p:cNvCxnSpPr/>
              <p:nvPr/>
            </p:nvCxnSpPr>
            <p:spPr>
              <a:xfrm flipH="0" flipV="0">
                <a:off x="4761875" y="3473438"/>
                <a:ext cx="0" cy="178125"/>
              </a:xfrm>
              <a:prstGeom prst="straightConnector1">
                <a:avLst/>
              </a:prstGeom>
              <a:ln w="2004">
                <a:solidFill>
                  <a:srgbClr val="CEA07C"/>
                </a:solidFill>
                <a:prstDash val="solid"/>
              </a:ln>
            </p:spPr>
          </p:cxnSp>
          <p:cxnSp>
            <p:nvCxnSpPr>
              <p:cNvPr id="514" name="C Cross-resolution training/Paired states::Coarse state col 2">
                <a:extLst>
                  <a:ext uri="{FF2B5EF4-FFF2-40B4-BE49-F238E27FC236}">
                    <ns2:creationId id="{CA2870C1-135C-4D31-9A36-3FA60A1FF935}"/>
                  </a:ext>
                </a:extLst>
              </p:cNvPr>
              <p:cNvCxnSpPr/>
              <p:nvPr/>
            </p:nvCxnSpPr>
            <p:spPr>
              <a:xfrm flipH="0" flipV="0">
                <a:off x="4825703" y="3473438"/>
                <a:ext cx="0" cy="178125"/>
              </a:xfrm>
              <a:prstGeom prst="straightConnector1">
                <a:avLst/>
              </a:prstGeom>
              <a:ln w="2004">
                <a:solidFill>
                  <a:srgbClr val="CEA07C"/>
                </a:solidFill>
                <a:prstDash val="solid"/>
              </a:ln>
            </p:spPr>
          </p:cxnSp>
          <p:cxnSp>
            <p:nvCxnSpPr>
              <p:cNvPr id="515" name="C Cross-resolution training/Paired states::Coarse state row 1">
                <a:extLst>
                  <a:ext uri="{FF2B5EF4-FFF2-40B4-BE49-F238E27FC236}">
                    <ns2:creationId id="{F256631C-46F7-4FF3-88D2-EE2BF8582191}"/>
                  </a:ext>
                </a:extLst>
              </p:cNvPr>
              <p:cNvCxnSpPr/>
              <p:nvPr/>
            </p:nvCxnSpPr>
            <p:spPr>
              <a:xfrm flipH="0" flipV="0">
                <a:off x="4698047" y="3532813"/>
                <a:ext cx="191484" cy="0"/>
              </a:xfrm>
              <a:prstGeom prst="straightConnector1">
                <a:avLst/>
              </a:prstGeom>
              <a:ln w="2004">
                <a:solidFill>
                  <a:srgbClr val="CEA07C"/>
                </a:solidFill>
                <a:prstDash val="solid"/>
              </a:ln>
            </p:spPr>
          </p:cxnSp>
          <p:cxnSp>
            <p:nvCxnSpPr>
              <p:cNvPr id="516" name="C Cross-resolution training/Paired states::Coarse state row 2">
                <a:extLst>
                  <a:ext uri="{FF2B5EF4-FFF2-40B4-BE49-F238E27FC236}">
                    <ns2:creationId id="{143E450E-EF59-442F-9972-4F083A58B6ED}"/>
                  </a:ext>
                </a:extLst>
              </p:cNvPr>
              <p:cNvCxnSpPr/>
              <p:nvPr/>
            </p:nvCxnSpPr>
            <p:spPr>
              <a:xfrm flipH="0" flipV="0">
                <a:off x="4698047" y="3592188"/>
                <a:ext cx="191484" cy="0"/>
              </a:xfrm>
              <a:prstGeom prst="straightConnector1">
                <a:avLst/>
              </a:prstGeom>
              <a:ln w="2004">
                <a:solidFill>
                  <a:srgbClr val="CEA07C"/>
                </a:solidFill>
                <a:prstDash val="solid"/>
              </a:ln>
            </p:spPr>
          </p:cxnSp>
          <p:sp>
            <p:nvSpPr>
              <p:cNvPr id="517" name="C Cross-resolution training/Paired states::Title">
                <a:extLst>
                  <a:ext uri="{FF2B5EF4-FFF2-40B4-BE49-F238E27FC236}">
                    <ns2:creationId id="{AD795A47-B8B7-49AE-8B8B-357469FD521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466484" y="3228516"/>
                <a:ext cx="427500" cy="11132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Paired states</a:t>
                </a:r>
              </a:p>
            </p:txBody>
          </p:sp>
          <p:sp>
            <p:nvSpPr>
              <p:cNvPr id="518" name="C Cross-resolution training/Paired states::Fine coarse pair-0">
                <a:extLst>
                  <a:ext uri="{FF2B5EF4-FFF2-40B4-BE49-F238E27FC236}">
                    <ns2:creationId id="{64989429-4A91-483D-8F76-E13853EDFFF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567904" y="3319359"/>
                <a:ext cx="56198" cy="11578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0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0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0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X</a:t>
                </a:r>
              </a:p>
            </p:txBody>
          </p:sp>
          <p:sp>
            <p:nvSpPr>
              <p:cNvPr id="519" name="C Cross-resolution training/Paired states::Fine coarse pair-sub-0">
                <a:extLst>
                  <a:ext uri="{FF2B5EF4-FFF2-40B4-BE49-F238E27FC236}">
                    <ns2:creationId id="{3BAD9B26-5205-4A34-A323-7164E773030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22321" y="3343406"/>
                <a:ext cx="26808" cy="9796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512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512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12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τ</a:t>
                </a:r>
              </a:p>
            </p:txBody>
          </p:sp>
          <p:sp>
            <p:nvSpPr>
              <p:cNvPr id="520" name="C Cross-resolution training/Paired states::Fine coarse pair-1">
                <a:extLst>
                  <a:ext uri="{FF2B5EF4-FFF2-40B4-BE49-F238E27FC236}">
                    <ns2:creationId id="{8C112E79-FA50-43BF-AADC-F18721EDC54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46101" y="3319359"/>
                <a:ext cx="46313" cy="11578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01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01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01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, </a:t>
                </a:r>
              </a:p>
            </p:txBody>
          </p:sp>
          <p:sp>
            <p:nvSpPr>
              <p:cNvPr id="521" name="C Cross-resolution training/Paired states::Fine coarse pair-2">
                <a:extLst>
                  <a:ext uri="{FF2B5EF4-FFF2-40B4-BE49-F238E27FC236}">
                    <ns2:creationId id="{42DFBFB3-4159-4166-93B2-822AD07DA70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91167" y="3319359"/>
                <a:ext cx="110571" cy="11578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0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0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0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PX</a:t>
                </a:r>
              </a:p>
            </p:txBody>
          </p:sp>
          <p:sp>
            <p:nvSpPr>
              <p:cNvPr id="522" name="C Cross-resolution training/Paired states::Fine coarse pair-sub-2">
                <a:extLst>
                  <a:ext uri="{FF2B5EF4-FFF2-40B4-BE49-F238E27FC236}">
                    <ns2:creationId id="{BC540242-CF3E-4121-8F93-278B3EAB166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799957" y="3343406"/>
                <a:ext cx="26808" cy="9796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512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512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12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τ</a:t>
                </a:r>
              </a:p>
            </p:txBody>
          </p:sp>
          <p:sp>
            <p:nvSpPr>
              <p:cNvPr id="523" name="C Cross-resolution training/Paired states::Fine label">
                <a:extLst>
                  <a:ext uri="{FF2B5EF4-FFF2-40B4-BE49-F238E27FC236}">
                    <ns2:creationId id="{E7ED7AEA-7DFD-4523-9C6B-83B54883542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462031" y="3682734"/>
                <a:ext cx="187031" cy="9351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Fine</a:t>
                </a:r>
              </a:p>
            </p:txBody>
          </p:sp>
          <p:sp>
            <p:nvSpPr>
              <p:cNvPr id="524" name="C Cross-resolution training/Paired states::Coarse label">
                <a:extLst>
                  <a:ext uri="{FF2B5EF4-FFF2-40B4-BE49-F238E27FC236}">
                    <ns2:creationId id="{ABE6CF5E-766B-42EE-ABFB-018EC54FE97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80234" y="3682734"/>
                <a:ext cx="240469" cy="9351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Coarse</a:t>
                </a:r>
              </a:p>
            </p:txBody>
          </p:sp>
        </p:grpSp>
        <p:grpSp>
          <p:nvGrpSpPr>
            <p:cNvPr id="609" name="Online model"/>
            <p:cNvGrpSpPr/>
            <p:nvPr/>
          </p:nvGrpSpPr>
          <p:grpSpPr>
            <a:xfrm>
              <a:off x="4996406" y="3197344"/>
              <a:ext cx="627891" cy="601172"/>
              <a:chOff x="4996406" y="3197344"/>
              <a:chExt cx="627891" cy="601172"/>
            </a:xfrm>
          </p:grpSpPr>
          <p:sp>
            <p:nvSpPr>
              <p:cNvPr id="525" name="C Cross-resolution training/Online model::Online card with original network illustration">
                <a:extLst>
                  <a:ext uri="{FF2B5EF4-FFF2-40B4-BE49-F238E27FC236}">
                    <ns2:creationId id="{3A0EAA97-433F-4AFD-8FFD-AFA6C0CC4AA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996406" y="3197344"/>
                <a:ext cx="627891" cy="601172"/>
              </a:xfrm>
              <a:prstGeom prst="roundRect">
                <a:avLst>
                  <a:gd name="adj" fmla="val 5185"/>
                </a:avLst>
              </a:prstGeom>
              <a:gradFill>
                <a:gsLst>
                  <a:gs pos="0">
                    <a:srgbClr val="FAF9FF"/>
                  </a:gs>
                  <a:gs pos="100000">
                    <a:srgbClr val="ECE6FA"/>
                  </a:gs>
                </a:gsLst>
                <a:lin ang="5400000"/>
              </a:gradFill>
              <a:ln w="4898">
                <a:solidFill>
                  <a:srgbClr val="9781DA"/>
                </a:solidFill>
              </a:ln>
            </p:spPr>
          </p:sp>
          <p:pic>
            <p:nvPicPr>
              <p:cNvPr id="526" name="C Cross-resolution training/Online model::Freshly generated learned network" descr="Freshly generated learned network">
                <a:extLst>
                  <a:ext uri="{FF2B5EF4-FFF2-40B4-BE49-F238E27FC236}">
                    <ns2:creationId id="{C76EFEEE-93F6-4E31-B619-D0A32C0788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e71e045d552149c9"/>
              <a:stretch/>
            </p:blipFill>
            <p:spPr>
              <a:xfrm>
                <a:off x="5049844" y="3451172"/>
                <a:ext cx="521016" cy="347344"/>
              </a:xfrm>
              <a:prstGeom prst="rect">
                <a:avLst/>
              </a:prstGeom>
            </p:spPr>
          </p:pic>
          <p:sp>
            <p:nvSpPr>
              <p:cNvPr id="527" name="C Cross-resolution training/Online model::Title">
                <a:extLst>
                  <a:ext uri="{FF2B5EF4-FFF2-40B4-BE49-F238E27FC236}">
                    <ns2:creationId id="{85D99C86-F03B-423D-A435-79BE5C72D19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103281" y="3228516"/>
                <a:ext cx="449766" cy="11132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96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Online model</a:t>
                </a:r>
              </a:p>
            </p:txBody>
          </p:sp>
          <p:sp>
            <p:nvSpPr>
              <p:cNvPr id="528" name="C Cross-resolution training/Online model::Online network-0">
                <a:extLst>
                  <a:ext uri="{FF2B5EF4-FFF2-40B4-BE49-F238E27FC236}">
                    <ns2:creationId id="{4536B23B-960A-4D11-AE4B-64D11DA1C01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312979" y="3341491"/>
                <a:ext cx="38163" cy="12157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3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3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3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r</a:t>
                </a:r>
              </a:p>
            </p:txBody>
          </p:sp>
          <p:sp>
            <p:nvSpPr>
              <p:cNvPr id="529" name="C Cross-resolution training/Online model::Online network-sub-0">
                <a:extLst>
                  <a:ext uri="{FF2B5EF4-FFF2-40B4-BE49-F238E27FC236}">
                    <ns2:creationId id="{A2EEA4B1-348C-4545-AAA6-B0FE414CF13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349361" y="3366741"/>
                <a:ext cx="37095" cy="10286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538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538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538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θ</a:t>
                </a:r>
              </a:p>
            </p:txBody>
          </p:sp>
        </p:grpSp>
        <p:grpSp>
          <p:nvGrpSpPr>
            <p:cNvPr id="610" name="Objective"/>
            <p:cNvGrpSpPr/>
            <p:nvPr/>
          </p:nvGrpSpPr>
          <p:grpSpPr>
            <a:xfrm>
              <a:off x="5757891" y="3241875"/>
              <a:ext cx="592266" cy="369609"/>
              <a:chOff x="5757891" y="3241875"/>
              <a:chExt cx="592266" cy="369609"/>
            </a:xfrm>
          </p:grpSpPr>
          <p:sp>
            <p:nvSpPr>
              <p:cNvPr id="530" name="C Cross-resolution training/Objective::Objective card">
                <a:extLst>
                  <a:ext uri="{FF2B5EF4-FFF2-40B4-BE49-F238E27FC236}">
                    <ns2:creationId id="{AD663C10-8F02-44C4-90CB-4BD85B80A79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57891" y="3241875"/>
                <a:ext cx="592266" cy="369609"/>
              </a:xfrm>
              <a:prstGeom prst="roundRect">
                <a:avLst>
                  <a:gd name="adj" fmla="val 8434"/>
                </a:avLst>
              </a:prstGeom>
              <a:gradFill>
                <a:gsLst>
                  <a:gs pos="0">
                    <a:srgbClr val="FAF9FF"/>
                  </a:gs>
                  <a:gs pos="100000">
                    <a:srgbClr val="ECE6FA"/>
                  </a:gs>
                </a:gsLst>
                <a:lin ang="5400000"/>
              </a:gradFill>
              <a:ln w="4898">
                <a:solidFill>
                  <a:srgbClr val="9781DA"/>
                </a:solidFill>
              </a:ln>
            </p:spPr>
          </p:sp>
          <p:sp>
            <p:nvSpPr>
              <p:cNvPr id="531" name="C Cross-resolution training/Objective::Title">
                <a:extLst>
                  <a:ext uri="{FF2B5EF4-FFF2-40B4-BE49-F238E27FC236}">
                    <ns2:creationId id="{2887B295-FA9B-4434-BD53-BA7E760BC16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00391" y="3313125"/>
                <a:ext cx="378516" cy="11578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614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614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4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Objective</a:t>
                </a:r>
              </a:p>
            </p:txBody>
          </p:sp>
          <p:sp>
            <p:nvSpPr>
              <p:cNvPr id="532" name="C Cross-resolution training/Objective::Loss-0">
                <a:extLst>
                  <a:ext uri="{FF2B5EF4-FFF2-40B4-BE49-F238E27FC236}">
                    <ns2:creationId id="{A585CBD3-F196-4672-9DA0-FD08785320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03290" y="3421848"/>
                <a:ext cx="50053" cy="11288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684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684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4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L</a:t>
                </a:r>
              </a:p>
            </p:txBody>
          </p:sp>
          <p:sp>
            <p:nvSpPr>
              <p:cNvPr id="533" name="C Cross-resolution training/Objective::Loss-sub-0">
                <a:extLst>
                  <a:ext uri="{FF2B5EF4-FFF2-40B4-BE49-F238E27FC236}">
                    <ns2:creationId id="{A5AB2D9A-1DCF-455B-86B3-9996D29690F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51562" y="3445294"/>
                <a:ext cx="95074" cy="955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49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49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49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den</a:t>
                </a:r>
              </a:p>
            </p:txBody>
          </p:sp>
          <p:sp>
            <p:nvSpPr>
              <p:cNvPr id="534" name="C Cross-resolution training/Objective::Loss-1">
                <a:extLst>
                  <a:ext uri="{FF2B5EF4-FFF2-40B4-BE49-F238E27FC236}">
                    <ns2:creationId id="{47C88009-A3FB-4A28-9856-9A44543B081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43608" y="3421848"/>
                <a:ext cx="94184" cy="11288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684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684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4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 + </a:t>
                </a:r>
              </a:p>
            </p:txBody>
          </p:sp>
          <p:sp>
            <p:nvSpPr>
              <p:cNvPr id="535" name="C Cross-resolution training/Objective::Loss-2">
                <a:extLst>
                  <a:ext uri="{FF2B5EF4-FFF2-40B4-BE49-F238E27FC236}">
                    <ns2:creationId id="{2F612FD6-4B55-42F8-9815-B160A5C6AD5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36545" y="3421848"/>
                <a:ext cx="39410" cy="11288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684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684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4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λ</a:t>
                </a:r>
              </a:p>
            </p:txBody>
          </p:sp>
          <p:sp>
            <p:nvSpPr>
              <p:cNvPr id="536" name="C Cross-resolution training/Objective::Loss-sub-2">
                <a:extLst>
                  <a:ext uri="{FF2B5EF4-FFF2-40B4-BE49-F238E27FC236}">
                    <ns2:creationId id="{2EFB361A-DDF5-4D58-A277-D0DB28C17D0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74174" y="3445294"/>
                <a:ext cx="98637" cy="955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49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49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49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agg</a:t>
                </a:r>
              </a:p>
            </p:txBody>
          </p:sp>
          <p:sp>
            <p:nvSpPr>
              <p:cNvPr id="537" name="C Cross-resolution training/Objective::Loss-3">
                <a:extLst>
                  <a:ext uri="{FF2B5EF4-FFF2-40B4-BE49-F238E27FC236}">
                    <ns2:creationId id="{BDACC04C-1C1A-4684-8ACB-B2D7B9DB495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169782" y="3421848"/>
                <a:ext cx="50053" cy="11288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684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684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4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L</a:t>
                </a:r>
              </a:p>
            </p:txBody>
          </p:sp>
          <p:sp>
            <p:nvSpPr>
              <p:cNvPr id="538" name="C Cross-resolution training/Objective::Loss-sub-3">
                <a:extLst>
                  <a:ext uri="{FF2B5EF4-FFF2-40B4-BE49-F238E27FC236}">
                    <ns2:creationId id="{1151C22A-034C-4A59-A90F-3E206CB84A2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218054" y="3445294"/>
                <a:ext cx="98637" cy="955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49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49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49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agg</a:t>
                </a:r>
              </a:p>
            </p:txBody>
          </p:sp>
        </p:grpSp>
        <p:grpSp>
          <p:nvGrpSpPr>
            <p:cNvPr id="611" name="Update"/>
            <p:cNvGrpSpPr/>
            <p:nvPr/>
          </p:nvGrpSpPr>
          <p:grpSpPr>
            <a:xfrm>
              <a:off x="6443672" y="3241875"/>
              <a:ext cx="333984" cy="369609"/>
              <a:chOff x="6443672" y="3241875"/>
              <a:chExt cx="333984" cy="369609"/>
            </a:xfrm>
          </p:grpSpPr>
          <p:sp>
            <p:nvSpPr>
              <p:cNvPr id="539" name="C Cross-resolution training/Update::Update card">
                <a:extLst>
                  <a:ext uri="{FF2B5EF4-FFF2-40B4-BE49-F238E27FC236}">
                    <ns2:creationId id="{8090B0FD-5C3A-46B4-AB61-907034283B6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443672" y="3241875"/>
                <a:ext cx="333984" cy="369609"/>
              </a:xfrm>
              <a:prstGeom prst="roundRect">
                <a:avLst>
                  <a:gd name="adj" fmla="val 9333"/>
                </a:avLst>
              </a:prstGeom>
              <a:gradFill>
                <a:gsLst>
                  <a:gs pos="0">
                    <a:srgbClr val="FAF9FF"/>
                  </a:gs>
                  <a:gs pos="100000">
                    <a:srgbClr val="ECE6FA"/>
                  </a:gs>
                </a:gsLst>
                <a:lin ang="5400000"/>
              </a:gradFill>
              <a:ln w="4898">
                <a:solidFill>
                  <a:srgbClr val="9781DA"/>
                </a:solidFill>
              </a:ln>
            </p:spPr>
          </p:sp>
          <p:sp>
            <p:nvSpPr>
              <p:cNvPr id="540" name="C Cross-resolution training/Update::Title">
                <a:extLst>
                  <a:ext uri="{FF2B5EF4-FFF2-40B4-BE49-F238E27FC236}">
                    <ns2:creationId id="{C651D682-FD02-43F0-A9E7-5608BACE398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488203" y="3313125"/>
                <a:ext cx="258281" cy="12023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614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614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4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Update</a:t>
                </a:r>
              </a:p>
            </p:txBody>
          </p:sp>
          <p:sp>
            <p:nvSpPr>
              <p:cNvPr id="541" name="C Cross-resolution training/Update::Parameter-0">
                <a:extLst>
                  <a:ext uri="{FF2B5EF4-FFF2-40B4-BE49-F238E27FC236}">
                    <ns2:creationId id="{5A387222-C798-49E6-B708-2A497A4DC4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594098" y="3430554"/>
                <a:ext cx="47737" cy="12157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3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3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36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θ</a:t>
                </a:r>
              </a:p>
            </p:txBody>
          </p:sp>
        </p:grpSp>
        <p:grpSp>
          <p:nvGrpSpPr>
            <p:cNvPr id="612" name="Fine teacher"/>
            <p:cNvGrpSpPr/>
            <p:nvPr/>
          </p:nvGrpSpPr>
          <p:grpSpPr>
            <a:xfrm>
              <a:off x="4346250" y="3909844"/>
              <a:ext cx="748125" cy="320625"/>
              <a:chOff x="4346250" y="3909844"/>
              <a:chExt cx="748125" cy="320625"/>
            </a:xfrm>
          </p:grpSpPr>
          <p:sp>
            <p:nvSpPr>
              <p:cNvPr id="542" name="C Cross-resolution training/Fine teacher::Teacher card">
                <a:extLst>
                  <a:ext uri="{FF2B5EF4-FFF2-40B4-BE49-F238E27FC236}">
                    <ns2:creationId id="{D408BB71-E7A7-4086-BAF8-8A62B7B46FD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46250" y="3909844"/>
                <a:ext cx="748125" cy="320625"/>
              </a:xfrm>
              <a:prstGeom prst="roundRect">
                <a:avLst>
                  <a:gd name="adj" fmla="val 9722"/>
                </a:avLst>
              </a:prstGeom>
              <a:gradFill>
                <a:gsLst>
                  <a:gs pos="0">
                    <a:srgbClr val="FAF9FF"/>
                  </a:gs>
                  <a:gs pos="100000">
                    <a:srgbClr val="ECE6FA"/>
                  </a:gs>
                </a:gsLst>
                <a:lin ang="5400000"/>
              </a:gradFill>
              <a:ln w="4898">
                <a:solidFill>
                  <a:srgbClr val="9781DA"/>
                </a:solidFill>
              </a:ln>
            </p:spPr>
          </p:sp>
          <p:sp>
            <p:nvSpPr>
              <p:cNvPr id="543" name="C Cross-resolution training/Fine teacher::Title">
                <a:extLst>
                  <a:ext uri="{FF2B5EF4-FFF2-40B4-BE49-F238E27FC236}">
                    <ns2:creationId id="{DB5D5855-E0E5-4FAC-B604-F2D977482AB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519922" y="3958828"/>
                <a:ext cx="449766" cy="12023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64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ctr">
                  <a:lnSpc>
                    <a:spcPct val="100000"/>
                  </a:lnSpc>
                  <a:buNone/>
                  <a:defRPr sz="64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4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Fine teacher</a:t>
                </a:r>
              </a:p>
            </p:txBody>
          </p:sp>
          <p:sp>
            <p:nvSpPr>
              <p:cNvPr id="544" name="C Cross-resolution training/Fine teacher::EMA teacher-0">
                <a:extLst>
                  <a:ext uri="{FF2B5EF4-FFF2-40B4-BE49-F238E27FC236}">
                    <ns2:creationId id="{24ABB250-AF98-463B-BDAC-756E96A5D24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01815" y="4076123"/>
                <a:ext cx="238554" cy="12735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71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71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71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EMA </a:t>
                </a:r>
              </a:p>
            </p:txBody>
          </p:sp>
          <p:sp>
            <p:nvSpPr>
              <p:cNvPr id="545" name="C Cross-resolution training/Fine teacher::EMA teacher-1">
                <a:extLst>
                  <a:ext uri="{FF2B5EF4-FFF2-40B4-BE49-F238E27FC236}">
                    <ns2:creationId id="{1BE44D52-F0FD-4BCD-BBAD-225A316A1A3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39122" y="4076123"/>
                <a:ext cx="49920" cy="12735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77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77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71" b="0" i="1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θ̄</a:t>
                </a:r>
              </a:p>
            </p:txBody>
          </p:sp>
        </p:grpSp>
        <p:grpSp>
          <p:nvGrpSpPr>
            <p:cNvPr id="613" name="Line legend"/>
            <p:cNvGrpSpPr/>
            <p:nvPr/>
          </p:nvGrpSpPr>
          <p:grpSpPr>
            <a:xfrm>
              <a:off x="5820234" y="3829688"/>
              <a:ext cx="734766" cy="311719"/>
              <a:chOff x="5820234" y="3829688"/>
              <a:chExt cx="734766" cy="311719"/>
            </a:xfrm>
          </p:grpSpPr>
          <p:sp>
            <p:nvSpPr>
              <p:cNvPr id="546" name="C Cross-resolution training/Line legend::Legend card">
                <a:extLst>
                  <a:ext uri="{FF2B5EF4-FFF2-40B4-BE49-F238E27FC236}">
                    <ns2:creationId id="{5406C340-C30B-4427-8504-F69585ABBE1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20234" y="3829688"/>
                <a:ext cx="734766" cy="311719"/>
              </a:xfrm>
              <a:prstGeom prst="roundRect">
                <a:avLst>
                  <a:gd name="adj" fmla="val 10000"/>
                </a:avLst>
              </a:prstGeom>
              <a:gradFill>
                <a:gsLst>
                  <a:gs pos="0">
                    <a:srgbClr val="FAF9FF"/>
                  </a:gs>
                  <a:gs pos="100000">
                    <a:srgbClr val="ECE6FA"/>
                  </a:gs>
                </a:gsLst>
                <a:lin ang="5400000"/>
              </a:gradFill>
              <a:ln w="4898">
                <a:solidFill>
                  <a:srgbClr val="9781DA"/>
                </a:solidFill>
              </a:ln>
            </p:spPr>
          </p:sp>
          <p:sp>
            <p:nvSpPr>
              <p:cNvPr id="547" name="C Cross-resolution training/Line legend::Forward label">
                <a:extLst>
                  <a:ext uri="{FF2B5EF4-FFF2-40B4-BE49-F238E27FC236}">
                    <ns2:creationId id="{37600846-01FA-46B6-B233-BF957BF4D91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33984" y="3851953"/>
                <a:ext cx="449766" cy="10242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473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473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473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forward</a:t>
                </a:r>
              </a:p>
            </p:txBody>
          </p:sp>
          <p:sp>
            <p:nvSpPr>
              <p:cNvPr id="548" name="C Cross-resolution training/Line legend::Frozen target label">
                <a:extLst>
                  <a:ext uri="{FF2B5EF4-FFF2-40B4-BE49-F238E27FC236}">
                    <ns2:creationId id="{443F4E58-5B1F-4D9E-BB56-4245A8F9870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33984" y="3936563"/>
                <a:ext cx="480938" cy="10242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44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44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449" b="0" i="0">
                    <a:solidFill>
                      <a:srgbClr val="071E45"/>
                    </a:solidFill>
                    <a:latin typeface="Times New Roman"/>
                    <a:ea typeface="Times New Roman"/>
                    <a:cs typeface="Times New Roman"/>
                  </a:rPr>
                  <a:t>target (no gradient)</a:t>
                </a:r>
              </a:p>
            </p:txBody>
          </p:sp>
          <p:sp>
            <p:nvSpPr>
              <p:cNvPr id="549" name="C Cross-resolution training/Line legend::EMA label">
                <a:extLst>
                  <a:ext uri="{FF2B5EF4-FFF2-40B4-BE49-F238E27FC236}">
                    <ns2:creationId id="{2DF9D1B1-1616-4762-BF54-1F39348ED55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33984" y="4021172"/>
                <a:ext cx="329531" cy="9796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473" b="0" i="0">
                    <a:solidFill>
                      <a:srgbClr val="392581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>
                <a:pPr algn="l">
                  <a:lnSpc>
                    <a:spcPct val="100000"/>
                  </a:lnSpc>
                  <a:buNone/>
                  <a:defRPr sz="473" b="0" i="0">
                    <a:solidFill>
                      <a:srgbClr val="39258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473" b="0" i="0">
                    <a:solidFill>
                      <a:srgbClr val="392581"/>
                    </a:solidFill>
                    <a:latin typeface="Times New Roman"/>
                    <a:ea typeface="Times New Roman"/>
                    <a:cs typeface="Times New Roman"/>
                  </a:rPr>
                  <a:t>EMA</a:t>
                </a:r>
              </a:p>
            </p:txBody>
          </p:sp>
          <p:cxnSp>
            <p:nvCxnSpPr>
              <p:cNvPr id="550" name="C Cross-resolution training/Line legend::Legend arrow 0">
                <a:extLst>
                  <a:ext uri="{FF2B5EF4-FFF2-40B4-BE49-F238E27FC236}">
                    <ns2:creationId id="{B0DB3FD4-51AC-44DD-9080-DA3AE690BBA3}"/>
                  </a:ext>
                </a:extLst>
              </p:cNvPr>
              <p:cNvCxnSpPr/>
              <p:nvPr/>
            </p:nvCxnSpPr>
            <p:spPr>
              <a:xfrm flipH="0" flipV="0">
                <a:off x="5878125" y="3896484"/>
                <a:ext cx="142500" cy="0"/>
              </a:xfrm>
              <a:prstGeom prst="straightConnector1">
                <a:avLst/>
              </a:prstGeom>
              <a:ln w="5789">
                <a:solidFill>
                  <a:srgbClr val="071E45"/>
                </a:solidFill>
                <a:prstDash val="solid"/>
              </a:ln>
            </p:spPr>
          </p:cxnSp>
          <p:sp>
            <p:nvSpPr>
              <p:cNvPr id="551" name="C Cross-resolution training/Line legend::Legend arrow 0 arrowhead">
                <a:extLst>
                  <a:ext uri="{FF2B5EF4-FFF2-40B4-BE49-F238E27FC236}">
                    <ns2:creationId id="{4071EF5D-AD59-4A07-82F7-76809626D96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85000" y="3880898"/>
                <a:ext cx="35625" cy="31172"/>
              </a:xfrm>
              <a:custGeom>
                <a:pathLst>
                  <a:path w="35625" h="31172">
                    <a:moveTo>
                      <a:pt x="35625" y="15586"/>
                    </a:moveTo>
                    <a:lnTo>
                      <a:pt x="0" y="0"/>
                    </a:lnTo>
                    <a:lnTo>
                      <a:pt x="0" y="31172"/>
                    </a:lnTo>
                    <a:close/>
                  </a:path>
                </a:pathLst>
              </a:custGeom>
              <a:solidFill>
                <a:srgbClr val="071E45"/>
              </a:solidFill>
              <a:ln w="3117">
                <a:noFill/>
              </a:ln>
            </p:spPr>
          </p:sp>
          <p:cxnSp>
            <p:nvCxnSpPr>
              <p:cNvPr id="552" name="C Cross-resolution training/Line legend::Legend arrow 1">
                <a:extLst>
                  <a:ext uri="{FF2B5EF4-FFF2-40B4-BE49-F238E27FC236}">
                    <ns2:creationId id="{1C700822-ABB9-41D8-AA64-C17BD6B50576}"/>
                  </a:ext>
                </a:extLst>
              </p:cNvPr>
              <p:cNvCxnSpPr/>
              <p:nvPr/>
            </p:nvCxnSpPr>
            <p:spPr>
              <a:xfrm flipH="0" flipV="0">
                <a:off x="5878125" y="3985547"/>
                <a:ext cx="142500" cy="0"/>
              </a:xfrm>
              <a:prstGeom prst="straightConnector1">
                <a:avLst/>
              </a:prstGeom>
              <a:ln w="5789">
                <a:solidFill>
                  <a:srgbClr val="547399"/>
                </a:solidFill>
                <a:prstDash val="dot"/>
              </a:ln>
            </p:spPr>
          </p:cxnSp>
          <p:sp>
            <p:nvSpPr>
              <p:cNvPr id="553" name="C Cross-resolution training/Line legend::Legend arrow 1 arrowhead">
                <a:extLst>
                  <a:ext uri="{FF2B5EF4-FFF2-40B4-BE49-F238E27FC236}">
                    <ns2:creationId id="{6B1EE6AE-2E88-4EBE-9CB4-6517F407271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85000" y="3969961"/>
                <a:ext cx="35625" cy="31172"/>
              </a:xfrm>
              <a:custGeom>
                <a:pathLst>
                  <a:path w="35625" h="31172">
                    <a:moveTo>
                      <a:pt x="35625" y="15586"/>
                    </a:moveTo>
                    <a:lnTo>
                      <a:pt x="0" y="0"/>
                    </a:lnTo>
                    <a:lnTo>
                      <a:pt x="0" y="31172"/>
                    </a:lnTo>
                    <a:close/>
                  </a:path>
                </a:pathLst>
              </a:custGeom>
              <a:solidFill>
                <a:srgbClr val="547399"/>
              </a:solidFill>
              <a:ln w="3117">
                <a:noFill/>
              </a:ln>
            </p:spPr>
          </p:sp>
          <p:cxnSp>
            <p:nvCxnSpPr>
              <p:cNvPr id="554" name="C Cross-resolution training/Line legend::Legend arrow 2">
                <a:extLst>
                  <a:ext uri="{FF2B5EF4-FFF2-40B4-BE49-F238E27FC236}">
                    <ns2:creationId id="{75E97EB4-47CB-4B1D-BFD1-9843C2248EBA}"/>
                  </a:ext>
                </a:extLst>
              </p:cNvPr>
              <p:cNvCxnSpPr/>
              <p:nvPr/>
            </p:nvCxnSpPr>
            <p:spPr>
              <a:xfrm flipH="0" flipV="0">
                <a:off x="5878125" y="4070156"/>
                <a:ext cx="142500" cy="0"/>
              </a:xfrm>
              <a:prstGeom prst="straightConnector1">
                <a:avLst/>
              </a:prstGeom>
              <a:ln w="5789">
                <a:solidFill>
                  <a:srgbClr val="503695"/>
                </a:solidFill>
                <a:prstDash val="dash"/>
              </a:ln>
            </p:spPr>
          </p:cxnSp>
          <p:sp>
            <p:nvSpPr>
              <p:cNvPr id="555" name="C Cross-resolution training/Line legend::Legend arrow 2 arrowhead">
                <a:extLst>
                  <a:ext uri="{FF2B5EF4-FFF2-40B4-BE49-F238E27FC236}">
                    <ns2:creationId id="{FB396C85-3A2F-47DD-8CB3-CF32FA3D587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85000" y="4054570"/>
                <a:ext cx="35625" cy="31172"/>
              </a:xfrm>
              <a:custGeom>
                <a:pathLst>
                  <a:path w="35625" h="31172">
                    <a:moveTo>
                      <a:pt x="35625" y="15586"/>
                    </a:moveTo>
                    <a:lnTo>
                      <a:pt x="0" y="0"/>
                    </a:lnTo>
                    <a:lnTo>
                      <a:pt x="0" y="31172"/>
                    </a:lnTo>
                    <a:close/>
                  </a:path>
                </a:pathLst>
              </a:custGeom>
              <a:solidFill>
                <a:srgbClr val="503695"/>
              </a:solidFill>
              <a:ln w="3117">
                <a:noFill/>
              </a:ln>
            </p:spPr>
          </p:sp>
        </p:grpSp>
        <p:grpSp>
          <p:nvGrpSpPr>
            <p:cNvPr id="614" name="Connections"/>
            <p:cNvGrpSpPr/>
            <p:nvPr/>
          </p:nvGrpSpPr>
          <p:grpSpPr>
            <a:xfrm>
              <a:off x="3865313" y="3108281"/>
              <a:ext cx="2752031" cy="1220157"/>
              <a:chOff x="3865313" y="3108281"/>
              <a:chExt cx="2752031" cy="1220157"/>
            </a:xfrm>
          </p:grpSpPr>
          <p:cxnSp>
            <p:nvCxnSpPr>
              <p:cNvPr id="556" name="C Cross-resolution training/Connections::Forward 0">
                <a:extLst>
                  <a:ext uri="{FF2B5EF4-FFF2-40B4-BE49-F238E27FC236}">
                    <ns2:creationId id="{61A2F67A-DFBE-4606-B842-CEBA8584CDBE}"/>
                  </a:ext>
                </a:extLst>
              </p:cNvPr>
              <p:cNvCxnSpPr/>
              <p:nvPr/>
            </p:nvCxnSpPr>
            <p:spPr>
              <a:xfrm flipH="0" flipV="0">
                <a:off x="3865313" y="3464531"/>
                <a:ext cx="53438" cy="0"/>
              </a:xfrm>
              <a:prstGeom prst="straightConnector1">
                <a:avLst/>
              </a:prstGeom>
              <a:ln w="6234">
                <a:solidFill>
                  <a:srgbClr val="071E45"/>
                </a:solidFill>
                <a:prstDash val="solid"/>
              </a:ln>
            </p:spPr>
          </p:cxnSp>
          <p:sp>
            <p:nvSpPr>
              <p:cNvPr id="557" name="C Cross-resolution training/Connections::Forward 0 arrowhead">
                <a:extLst>
                  <a:ext uri="{FF2B5EF4-FFF2-40B4-BE49-F238E27FC236}">
                    <ns2:creationId id="{2FA65DAB-6F15-4611-BD42-8A8921DCF8A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883125" y="3448945"/>
                <a:ext cx="35625" cy="31172"/>
              </a:xfrm>
              <a:custGeom>
                <a:pathLst>
                  <a:path w="35625" h="31172">
                    <a:moveTo>
                      <a:pt x="35625" y="15586"/>
                    </a:moveTo>
                    <a:lnTo>
                      <a:pt x="0" y="0"/>
                    </a:lnTo>
                    <a:lnTo>
                      <a:pt x="0" y="31172"/>
                    </a:lnTo>
                    <a:close/>
                  </a:path>
                </a:pathLst>
              </a:custGeom>
              <a:solidFill>
                <a:srgbClr val="071E45"/>
              </a:solidFill>
              <a:ln w="3117">
                <a:noFill/>
              </a:ln>
            </p:spPr>
          </p:sp>
          <p:cxnSp>
            <p:nvCxnSpPr>
              <p:cNvPr id="558" name="C Cross-resolution training/Connections::Forward 1">
                <a:extLst>
                  <a:ext uri="{FF2B5EF4-FFF2-40B4-BE49-F238E27FC236}">
                    <ns2:creationId id="{EE3B9FB8-65F4-43AF-BFBF-D2F2A5AC2E21}"/>
                  </a:ext>
                </a:extLst>
              </p:cNvPr>
              <p:cNvCxnSpPr/>
              <p:nvPr/>
            </p:nvCxnSpPr>
            <p:spPr>
              <a:xfrm flipH="0" flipV="0">
                <a:off x="4350703" y="3464531"/>
                <a:ext cx="44531" cy="0"/>
              </a:xfrm>
              <a:prstGeom prst="straightConnector1">
                <a:avLst/>
              </a:prstGeom>
              <a:ln w="6234">
                <a:solidFill>
                  <a:srgbClr val="071E45"/>
                </a:solidFill>
                <a:prstDash val="solid"/>
              </a:ln>
            </p:spPr>
          </p:cxnSp>
          <p:sp>
            <p:nvSpPr>
              <p:cNvPr id="559" name="C Cross-resolution training/Connections::Forward 1 arrowhead">
                <a:extLst>
                  <a:ext uri="{FF2B5EF4-FFF2-40B4-BE49-F238E27FC236}">
                    <ns2:creationId id="{8CFA3B06-6636-40B8-B50E-226626A09ED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59609" y="3448945"/>
                <a:ext cx="35625" cy="31172"/>
              </a:xfrm>
              <a:custGeom>
                <a:pathLst>
                  <a:path w="35625" h="31172">
                    <a:moveTo>
                      <a:pt x="35625" y="15586"/>
                    </a:moveTo>
                    <a:lnTo>
                      <a:pt x="0" y="0"/>
                    </a:lnTo>
                    <a:lnTo>
                      <a:pt x="0" y="31172"/>
                    </a:lnTo>
                    <a:close/>
                  </a:path>
                </a:pathLst>
              </a:custGeom>
              <a:solidFill>
                <a:srgbClr val="071E45"/>
              </a:solidFill>
              <a:ln w="3117">
                <a:noFill/>
              </a:ln>
            </p:spPr>
          </p:sp>
          <p:cxnSp>
            <p:nvCxnSpPr>
              <p:cNvPr id="560" name="C Cross-resolution training/Connections::Forward 2">
                <a:extLst>
                  <a:ext uri="{FF2B5EF4-FFF2-40B4-BE49-F238E27FC236}">
                    <ns2:creationId id="{68B99956-B134-489F-8121-19EB47B7B322}"/>
                  </a:ext>
                </a:extLst>
              </p:cNvPr>
              <p:cNvCxnSpPr/>
              <p:nvPr/>
            </p:nvCxnSpPr>
            <p:spPr>
              <a:xfrm flipH="0" flipV="0">
                <a:off x="4938516" y="3464531"/>
                <a:ext cx="53438" cy="0"/>
              </a:xfrm>
              <a:prstGeom prst="straightConnector1">
                <a:avLst/>
              </a:prstGeom>
              <a:ln w="6234">
                <a:solidFill>
                  <a:srgbClr val="071E45"/>
                </a:solidFill>
                <a:prstDash val="solid"/>
              </a:ln>
            </p:spPr>
          </p:cxnSp>
          <p:sp>
            <p:nvSpPr>
              <p:cNvPr id="561" name="C Cross-resolution training/Connections::Forward 2 arrowhead">
                <a:extLst>
                  <a:ext uri="{FF2B5EF4-FFF2-40B4-BE49-F238E27FC236}">
                    <ns2:creationId id="{47C4A331-57F8-4EF5-A99B-B79B6F1612A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956328" y="3448945"/>
                <a:ext cx="35625" cy="31172"/>
              </a:xfrm>
              <a:custGeom>
                <a:pathLst>
                  <a:path w="35625" h="31172">
                    <a:moveTo>
                      <a:pt x="35625" y="15586"/>
                    </a:moveTo>
                    <a:lnTo>
                      <a:pt x="0" y="0"/>
                    </a:lnTo>
                    <a:lnTo>
                      <a:pt x="0" y="31172"/>
                    </a:lnTo>
                    <a:close/>
                  </a:path>
                </a:pathLst>
              </a:custGeom>
              <a:solidFill>
                <a:srgbClr val="071E45"/>
              </a:solidFill>
              <a:ln w="3117">
                <a:noFill/>
              </a:ln>
            </p:spPr>
          </p:sp>
          <p:cxnSp>
            <p:nvCxnSpPr>
              <p:cNvPr id="562" name="C Cross-resolution training/Connections::Forward 3">
                <a:extLst>
                  <a:ext uri="{FF2B5EF4-FFF2-40B4-BE49-F238E27FC236}">
                    <ns2:creationId id="{F7B04CAA-2D2F-40E6-BE7A-F9A2020C51CE}"/>
                  </a:ext>
                </a:extLst>
              </p:cNvPr>
              <p:cNvCxnSpPr/>
              <p:nvPr/>
            </p:nvCxnSpPr>
            <p:spPr>
              <a:xfrm flipH="0" flipV="0">
                <a:off x="5624297" y="3464531"/>
                <a:ext cx="129141" cy="0"/>
              </a:xfrm>
              <a:prstGeom prst="straightConnector1">
                <a:avLst/>
              </a:prstGeom>
              <a:ln w="6234">
                <a:solidFill>
                  <a:srgbClr val="071E45"/>
                </a:solidFill>
                <a:prstDash val="solid"/>
              </a:ln>
            </p:spPr>
          </p:cxnSp>
          <p:sp>
            <p:nvSpPr>
              <p:cNvPr id="563" name="C Cross-resolution training/Connections::Forward 3 arrowhead">
                <a:extLst>
                  <a:ext uri="{FF2B5EF4-FFF2-40B4-BE49-F238E27FC236}">
                    <ns2:creationId id="{D0575236-6948-4BB7-BF64-DFC1074C3A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7813" y="3448945"/>
                <a:ext cx="35625" cy="31172"/>
              </a:xfrm>
              <a:custGeom>
                <a:pathLst>
                  <a:path w="35625" h="31172">
                    <a:moveTo>
                      <a:pt x="35625" y="15586"/>
                    </a:moveTo>
                    <a:lnTo>
                      <a:pt x="0" y="0"/>
                    </a:lnTo>
                    <a:lnTo>
                      <a:pt x="0" y="31172"/>
                    </a:lnTo>
                    <a:close/>
                  </a:path>
                </a:pathLst>
              </a:custGeom>
              <a:solidFill>
                <a:srgbClr val="071E45"/>
              </a:solidFill>
              <a:ln w="3117">
                <a:noFill/>
              </a:ln>
            </p:spPr>
          </p:sp>
          <p:cxnSp>
            <p:nvCxnSpPr>
              <p:cNvPr id="564" name="C Cross-resolution training/Connections::Forward 4">
                <a:extLst>
                  <a:ext uri="{FF2B5EF4-FFF2-40B4-BE49-F238E27FC236}">
                    <ns2:creationId id="{A0909350-BBC7-4236-B86D-B458180404E5}"/>
                  </a:ext>
                </a:extLst>
              </p:cNvPr>
              <p:cNvCxnSpPr/>
              <p:nvPr/>
            </p:nvCxnSpPr>
            <p:spPr>
              <a:xfrm flipH="0" flipV="0">
                <a:off x="6350156" y="3464531"/>
                <a:ext cx="89063" cy="0"/>
              </a:xfrm>
              <a:prstGeom prst="straightConnector1">
                <a:avLst/>
              </a:prstGeom>
              <a:ln w="6234">
                <a:solidFill>
                  <a:srgbClr val="071E45"/>
                </a:solidFill>
                <a:prstDash val="solid"/>
              </a:ln>
            </p:spPr>
          </p:cxnSp>
          <p:sp>
            <p:nvSpPr>
              <p:cNvPr id="565" name="C Cross-resolution training/Connections::Forward 4 arrowhead">
                <a:extLst>
                  <a:ext uri="{FF2B5EF4-FFF2-40B4-BE49-F238E27FC236}">
                    <ns2:creationId id="{349A8717-181E-4EBB-85C4-10ABF841DD4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403594" y="3448945"/>
                <a:ext cx="35625" cy="31172"/>
              </a:xfrm>
              <a:custGeom>
                <a:pathLst>
                  <a:path w="35625" h="31172">
                    <a:moveTo>
                      <a:pt x="35625" y="15586"/>
                    </a:moveTo>
                    <a:lnTo>
                      <a:pt x="0" y="0"/>
                    </a:lnTo>
                    <a:lnTo>
                      <a:pt x="0" y="31172"/>
                    </a:lnTo>
                    <a:close/>
                  </a:path>
                </a:pathLst>
              </a:custGeom>
              <a:solidFill>
                <a:srgbClr val="071E45"/>
              </a:solidFill>
              <a:ln w="3117">
                <a:noFill/>
              </a:ln>
            </p:spPr>
          </p:sp>
          <p:cxnSp>
            <p:nvCxnSpPr>
              <p:cNvPr id="566" name="C Cross-resolution training/Connections::Denoising target-1">
                <a:extLst>
                  <a:ext uri="{FF2B5EF4-FFF2-40B4-BE49-F238E27FC236}">
                    <ns2:creationId id="{DDCF43A4-58E5-4A04-8721-0B6CCFB5C50F}"/>
                  </a:ext>
                </a:extLst>
              </p:cNvPr>
              <p:cNvCxnSpPr/>
              <p:nvPr/>
            </p:nvCxnSpPr>
            <p:spPr>
              <a:xfrm flipH="0" flipV="1">
                <a:off x="4136953" y="3108281"/>
                <a:ext cx="0" cy="89063"/>
              </a:xfrm>
              <a:prstGeom prst="straightConnector1">
                <a:avLst/>
              </a:prstGeom>
              <a:ln w="5566">
                <a:solidFill>
                  <a:srgbClr val="547399"/>
                </a:solidFill>
                <a:prstDash val="dot"/>
              </a:ln>
            </p:spPr>
          </p:cxnSp>
          <p:cxnSp>
            <p:nvCxnSpPr>
              <p:cNvPr id="567" name="C Cross-resolution training/Connections::Denoising target-2">
                <a:extLst>
                  <a:ext uri="{FF2B5EF4-FFF2-40B4-BE49-F238E27FC236}">
                    <ns2:creationId id="{A8B54834-35BD-4F8C-8004-0DA56ABAD90E}"/>
                  </a:ext>
                </a:extLst>
              </p:cNvPr>
              <p:cNvCxnSpPr/>
              <p:nvPr/>
            </p:nvCxnSpPr>
            <p:spPr>
              <a:xfrm flipH="0" flipV="0">
                <a:off x="4136953" y="3108281"/>
                <a:ext cx="1914844" cy="0"/>
              </a:xfrm>
              <a:prstGeom prst="straightConnector1">
                <a:avLst/>
              </a:prstGeom>
              <a:ln w="5566">
                <a:solidFill>
                  <a:srgbClr val="547399"/>
                </a:solidFill>
                <a:prstDash val="dot"/>
              </a:ln>
            </p:spPr>
          </p:cxnSp>
          <p:cxnSp>
            <p:nvCxnSpPr>
              <p:cNvPr id="568" name="C Cross-resolution training/Connections::Denoising target-3">
                <a:extLst>
                  <a:ext uri="{FF2B5EF4-FFF2-40B4-BE49-F238E27FC236}">
                    <ns2:creationId id="{8A823F78-6ADE-436E-B89D-09B718C12ADB}"/>
                  </a:ext>
                </a:extLst>
              </p:cNvPr>
              <p:cNvCxnSpPr/>
              <p:nvPr/>
            </p:nvCxnSpPr>
            <p:spPr>
              <a:xfrm flipH="0" flipV="0">
                <a:off x="6051797" y="3108281"/>
                <a:ext cx="0" cy="129141"/>
              </a:xfrm>
              <a:prstGeom prst="straightConnector1">
                <a:avLst/>
              </a:prstGeom>
              <a:ln w="5566">
                <a:solidFill>
                  <a:srgbClr val="547399"/>
                </a:solidFill>
                <a:prstDash val="dot"/>
              </a:ln>
            </p:spPr>
          </p:cxnSp>
          <p:sp>
            <p:nvSpPr>
              <p:cNvPr id="569" name="C Cross-resolution training/Connections::Denoising target-3 arrowhead">
                <a:extLst>
                  <a:ext uri="{FF2B5EF4-FFF2-40B4-BE49-F238E27FC236}">
                    <ns2:creationId id="{54824AD1-8960-4D69-AD8F-7A427F825CB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36211" y="3201797"/>
                <a:ext cx="31172" cy="35625"/>
              </a:xfrm>
              <a:custGeom>
                <a:pathLst>
                  <a:path w="31172" h="35625">
                    <a:moveTo>
                      <a:pt x="15586" y="35625"/>
                    </a:moveTo>
                    <a:lnTo>
                      <a:pt x="3117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7399"/>
              </a:solidFill>
              <a:ln w="3117">
                <a:noFill/>
              </a:ln>
            </p:spPr>
          </p:sp>
          <p:cxnSp>
            <p:nvCxnSpPr>
              <p:cNvPr id="570" name="C Cross-resolution training/Connections::Fine state to teacher-1">
                <a:extLst>
                  <a:ext uri="{FF2B5EF4-FFF2-40B4-BE49-F238E27FC236}">
                    <ns2:creationId id="{69041550-8D03-4718-A6FD-59AB7B313E87}"/>
                  </a:ext>
                </a:extLst>
              </p:cNvPr>
              <p:cNvCxnSpPr/>
              <p:nvPr/>
            </p:nvCxnSpPr>
            <p:spPr>
              <a:xfrm flipH="0" flipV="0">
                <a:off x="4136953" y="3798516"/>
                <a:ext cx="0" cy="276094"/>
              </a:xfrm>
              <a:prstGeom prst="straightConnector1">
                <a:avLst/>
              </a:prstGeom>
              <a:ln w="6680">
                <a:solidFill>
                  <a:srgbClr val="061B44"/>
                </a:solidFill>
                <a:prstDash val="solid"/>
              </a:ln>
            </p:spPr>
          </p:cxnSp>
          <p:cxnSp>
            <p:nvCxnSpPr>
              <p:cNvPr id="571" name="C Cross-resolution training/Connections::Fine state to teacher-2">
                <a:extLst>
                  <a:ext uri="{FF2B5EF4-FFF2-40B4-BE49-F238E27FC236}">
                    <ns2:creationId id="{537C80F3-B266-4AEE-B9B0-0556EBDF05AA}"/>
                  </a:ext>
                </a:extLst>
              </p:cNvPr>
              <p:cNvCxnSpPr/>
              <p:nvPr/>
            </p:nvCxnSpPr>
            <p:spPr>
              <a:xfrm flipH="0" flipV="0">
                <a:off x="4136953" y="4074609"/>
                <a:ext cx="204844" cy="0"/>
              </a:xfrm>
              <a:prstGeom prst="straightConnector1">
                <a:avLst/>
              </a:prstGeom>
              <a:ln w="6680">
                <a:solidFill>
                  <a:srgbClr val="061B44"/>
                </a:solidFill>
                <a:prstDash val="solid"/>
              </a:ln>
            </p:spPr>
          </p:cxnSp>
          <p:sp>
            <p:nvSpPr>
              <p:cNvPr id="572" name="C Cross-resolution training/Connections::Fine state to teacher-2 arrowhead">
                <a:extLst>
                  <a:ext uri="{FF2B5EF4-FFF2-40B4-BE49-F238E27FC236}">
                    <ns2:creationId id="{54A0073B-19FC-4952-AAED-1C3AACB840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06172" y="4059023"/>
                <a:ext cx="35625" cy="31172"/>
              </a:xfrm>
              <a:custGeom>
                <a:pathLst>
                  <a:path w="35625" h="31172">
                    <a:moveTo>
                      <a:pt x="35625" y="15586"/>
                    </a:moveTo>
                    <a:lnTo>
                      <a:pt x="0" y="0"/>
                    </a:lnTo>
                    <a:lnTo>
                      <a:pt x="0" y="31172"/>
                    </a:lnTo>
                    <a:close/>
                  </a:path>
                </a:pathLst>
              </a:custGeom>
              <a:solidFill>
                <a:srgbClr val="061B44"/>
              </a:solidFill>
              <a:ln w="3117">
                <a:noFill/>
              </a:ln>
            </p:spPr>
          </p:sp>
          <p:cxnSp>
            <p:nvCxnSpPr>
              <p:cNvPr id="573" name="C Cross-resolution training/Connections::Frozen teacher to objective-1">
                <a:extLst>
                  <a:ext uri="{FF2B5EF4-FFF2-40B4-BE49-F238E27FC236}">
                    <ns2:creationId id="{4AA1255E-E7A3-4AF7-82C5-FC3262645AA7}"/>
                  </a:ext>
                </a:extLst>
              </p:cNvPr>
              <p:cNvCxnSpPr/>
              <p:nvPr/>
            </p:nvCxnSpPr>
            <p:spPr>
              <a:xfrm flipH="0" flipV="0">
                <a:off x="5094375" y="4074609"/>
                <a:ext cx="614531" cy="0"/>
              </a:xfrm>
              <a:prstGeom prst="straightConnector1">
                <a:avLst/>
              </a:prstGeom>
              <a:ln w="6680">
                <a:solidFill>
                  <a:srgbClr val="547399"/>
                </a:solidFill>
                <a:prstDash val="dot"/>
              </a:ln>
            </p:spPr>
          </p:cxnSp>
          <p:cxnSp>
            <p:nvCxnSpPr>
              <p:cNvPr id="574" name="C Cross-resolution training/Connections::Frozen teacher to objective-2">
                <a:extLst>
                  <a:ext uri="{FF2B5EF4-FFF2-40B4-BE49-F238E27FC236}">
                    <ns2:creationId id="{2728C7B2-2382-4200-A5FF-DDCB01EE360A}"/>
                  </a:ext>
                </a:extLst>
              </p:cNvPr>
              <p:cNvCxnSpPr/>
              <p:nvPr/>
            </p:nvCxnSpPr>
            <p:spPr>
              <a:xfrm flipH="0" flipV="1">
                <a:off x="5708906" y="3468984"/>
                <a:ext cx="0" cy="605625"/>
              </a:xfrm>
              <a:prstGeom prst="straightConnector1">
                <a:avLst/>
              </a:prstGeom>
              <a:ln w="6680">
                <a:solidFill>
                  <a:srgbClr val="547399"/>
                </a:solidFill>
                <a:prstDash val="dot"/>
              </a:ln>
            </p:spPr>
          </p:cxnSp>
          <p:cxnSp>
            <p:nvCxnSpPr>
              <p:cNvPr id="575" name="C Cross-resolution training/Connections::Frozen teacher to objective-3">
                <a:extLst>
                  <a:ext uri="{FF2B5EF4-FFF2-40B4-BE49-F238E27FC236}">
                    <ns2:creationId id="{3230D861-DB9F-4B40-ACDD-DFDFFE7639D4}"/>
                  </a:ext>
                </a:extLst>
              </p:cNvPr>
              <p:cNvCxnSpPr/>
              <p:nvPr/>
            </p:nvCxnSpPr>
            <p:spPr>
              <a:xfrm flipH="0" flipV="0">
                <a:off x="5708906" y="3468984"/>
                <a:ext cx="40078" cy="0"/>
              </a:xfrm>
              <a:prstGeom prst="straightConnector1">
                <a:avLst/>
              </a:prstGeom>
              <a:ln w="6680">
                <a:solidFill>
                  <a:srgbClr val="547399"/>
                </a:solidFill>
                <a:prstDash val="dot"/>
              </a:ln>
            </p:spPr>
          </p:cxnSp>
          <p:sp>
            <p:nvSpPr>
              <p:cNvPr id="576" name="C Cross-resolution training/Connections::Frozen teacher to objective-3 arrowhead">
                <a:extLst>
                  <a:ext uri="{FF2B5EF4-FFF2-40B4-BE49-F238E27FC236}">
                    <ns2:creationId id="{F2830434-519A-4488-8A2D-832414F3F04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3359" y="3453398"/>
                <a:ext cx="35625" cy="31172"/>
              </a:xfrm>
              <a:custGeom>
                <a:pathLst>
                  <a:path w="35625" h="31172">
                    <a:moveTo>
                      <a:pt x="35625" y="15586"/>
                    </a:moveTo>
                    <a:lnTo>
                      <a:pt x="0" y="0"/>
                    </a:lnTo>
                    <a:lnTo>
                      <a:pt x="0" y="31172"/>
                    </a:lnTo>
                    <a:close/>
                  </a:path>
                </a:pathLst>
              </a:custGeom>
              <a:solidFill>
                <a:srgbClr val="547399"/>
              </a:solidFill>
              <a:ln w="3117">
                <a:noFill/>
              </a:ln>
            </p:spPr>
          </p:sp>
          <p:cxnSp>
            <p:nvCxnSpPr>
              <p:cNvPr id="577" name="C Cross-resolution training/Connections::EMA after online update-1">
                <a:extLst>
                  <a:ext uri="{FF2B5EF4-FFF2-40B4-BE49-F238E27FC236}">
                    <ns2:creationId id="{43C4926F-F8B0-4AE5-A19A-F88E78E2C327}"/>
                  </a:ext>
                </a:extLst>
              </p:cNvPr>
              <p:cNvCxnSpPr/>
              <p:nvPr/>
            </p:nvCxnSpPr>
            <p:spPr>
              <a:xfrm flipH="0" flipV="0">
                <a:off x="6617344" y="3611484"/>
                <a:ext cx="0" cy="716953"/>
              </a:xfrm>
              <a:prstGeom prst="straightConnector1">
                <a:avLst/>
              </a:prstGeom>
              <a:ln w="6680">
                <a:solidFill>
                  <a:srgbClr val="4B26AC"/>
                </a:solidFill>
                <a:prstDash val="dash"/>
              </a:ln>
            </p:spPr>
          </p:cxnSp>
          <p:cxnSp>
            <p:nvCxnSpPr>
              <p:cNvPr id="578" name="C Cross-resolution training/Connections::EMA after online update-2">
                <a:extLst>
                  <a:ext uri="{FF2B5EF4-FFF2-40B4-BE49-F238E27FC236}">
                    <ns2:creationId id="{B4897269-AB16-4800-AC8B-6CC06C3EB1E8}"/>
                  </a:ext>
                </a:extLst>
              </p:cNvPr>
              <p:cNvCxnSpPr/>
              <p:nvPr/>
            </p:nvCxnSpPr>
            <p:spPr>
              <a:xfrm flipH="1" flipV="0">
                <a:off x="4715859" y="4328438"/>
                <a:ext cx="1901484" cy="0"/>
              </a:xfrm>
              <a:prstGeom prst="straightConnector1">
                <a:avLst/>
              </a:prstGeom>
              <a:ln w="6680">
                <a:solidFill>
                  <a:srgbClr val="4B26AC"/>
                </a:solidFill>
                <a:prstDash val="dash"/>
              </a:ln>
            </p:spPr>
          </p:cxnSp>
          <p:cxnSp>
            <p:nvCxnSpPr>
              <p:cNvPr id="579" name="C Cross-resolution training/Connections::EMA after online update-3">
                <a:extLst>
                  <a:ext uri="{FF2B5EF4-FFF2-40B4-BE49-F238E27FC236}">
                    <ns2:creationId id="{D53F89D9-8845-41D2-AC23-00E7F29BF1E3}"/>
                  </a:ext>
                </a:extLst>
              </p:cNvPr>
              <p:cNvCxnSpPr/>
              <p:nvPr/>
            </p:nvCxnSpPr>
            <p:spPr>
              <a:xfrm flipH="0" flipV="1">
                <a:off x="4715859" y="4234922"/>
                <a:ext cx="0" cy="93516"/>
              </a:xfrm>
              <a:prstGeom prst="straightConnector1">
                <a:avLst/>
              </a:prstGeom>
              <a:ln w="6680">
                <a:solidFill>
                  <a:srgbClr val="4B26AC"/>
                </a:solidFill>
                <a:prstDash val="dash"/>
              </a:ln>
            </p:spPr>
          </p:cxnSp>
          <p:sp>
            <p:nvSpPr>
              <p:cNvPr id="580" name="C Cross-resolution training/Connections::EMA after online update-3 arrowhead">
                <a:extLst>
                  <a:ext uri="{FF2B5EF4-FFF2-40B4-BE49-F238E27FC236}">
                    <ns2:creationId id="{07699FFF-3B90-46F1-AD34-6E01A7162BE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700273" y="4234922"/>
                <a:ext cx="31172" cy="35625"/>
              </a:xfrm>
              <a:custGeom>
                <a:pathLst>
                  <a:path w="31172" h="35625">
                    <a:moveTo>
                      <a:pt x="15586" y="0"/>
                    </a:moveTo>
                    <a:lnTo>
                      <a:pt x="0" y="35625"/>
                    </a:lnTo>
                    <a:lnTo>
                      <a:pt x="31172" y="35625"/>
                    </a:lnTo>
                    <a:close/>
                  </a:path>
                </a:pathLst>
              </a:custGeom>
              <a:solidFill>
                <a:srgbClr val="4B26AC"/>
              </a:solidFill>
              <a:ln w="3117">
                <a:noFill/>
              </a:ln>
            </p:spPr>
          </p:sp>
        </p:grpSp>
      </p:grpSp>
    </p:spTree>
    <p:extLst>
      <p:ext uri="{BB962C8B-B14F-4D97-AF65-F5344CB8AC3E}">
        <ns4:creationId val="1909444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2026-10-13T09:03:55.5070000Z</dcterms:created>
  <dcterms:modified xsi:type="dcterms:W3CDTF">2026-10-13T09:03:55.5070000Z</dcterms:modified>
</coreProperties>
</file>